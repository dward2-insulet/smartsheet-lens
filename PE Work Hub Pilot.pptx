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ags/tag10.xml" ContentType="application/vnd.openxmlformats-officedocument.presentationml.tags+xml"/>
  <Override PartName="/ppt/tags/tag11.xml" ContentType="application/vnd.openxmlformats-officedocument.presentationml.tags+xml"/>
  <Override PartName="/ppt/tags/tag12.xml" ContentType="application/vnd.openxmlformats-officedocument.presentationml.tags+xml"/>
  <Override PartName="/ppt/tags/tag13.xml" ContentType="application/vnd.openxmlformats-officedocument.presentationml.tags+xml"/>
  <Override PartName="/ppt/tags/tag14.xml" ContentType="application/vnd.openxmlformats-officedocument.presentationml.tags+xml"/>
  <Override PartName="/ppt/tags/tag15.xml" ContentType="application/vnd.openxmlformats-officedocument.presentationml.tags+xml"/>
  <Override PartName="/ppt/tags/tag16.xml" ContentType="application/vnd.openxmlformats-officedocument.presentationml.tags+xml"/>
  <Override PartName="/ppt/tags/tag17.xml" ContentType="application/vnd.openxmlformats-officedocument.presentationml.tags+xml"/>
  <Override PartName="/ppt/tags/tag18.xml" ContentType="application/vnd.openxmlformats-officedocument.presentationml.tags+xml"/>
  <Override PartName="/ppt/tags/tag19.xml" ContentType="application/vnd.openxmlformats-officedocument.presentationml.tags+xml"/>
  <Override PartName="/ppt/tags/tag20.xml" ContentType="application/vnd.openxmlformats-officedocument.presentationml.tags+xml"/>
  <Override PartName="/ppt/tags/tag21.xml" ContentType="application/vnd.openxmlformats-officedocument.presentationml.tags+xml"/>
  <Override PartName="/ppt/tags/tag22.xml" ContentType="application/vnd.openxmlformats-officedocument.presentationml.tags+xml"/>
  <Override PartName="/ppt/tags/tag23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changesInfos/changesInfo1.xml" ContentType="application/vnd.ms-powerpoint.changesinfo+xml"/>
  <Override PartName="/ppt/revisionInfo.xml" ContentType="application/vnd.ms-powerpoint.revision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4"/>
  </p:sldMasterIdLst>
  <p:notesMasterIdLst>
    <p:notesMasterId r:id="rId11"/>
  </p:notesMasterIdLst>
  <p:handoutMasterIdLst>
    <p:handoutMasterId r:id="rId12"/>
  </p:handoutMasterIdLst>
  <p:sldIdLst>
    <p:sldId id="1901" r:id="rId5"/>
    <p:sldId id="1902" r:id="rId6"/>
    <p:sldId id="1904" r:id="rId7"/>
    <p:sldId id="1907" r:id="rId8"/>
    <p:sldId id="1909" r:id="rId9"/>
    <p:sldId id="1910" r:id="rId10"/>
  </p:sldIdLst>
  <p:sldSz cx="12192000" cy="6858000"/>
  <p:notesSz cx="7010400" cy="9296400"/>
  <p:custDataLst>
    <p:tags r:id="rId13"/>
  </p:custDataLst>
  <p:defaultTextStyle>
    <a:defPPr>
      <a:defRPr lang="en-US"/>
    </a:defPPr>
    <a:lvl1pPr marL="0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2417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4" pos="3840" userDrawn="1">
          <p15:clr>
            <a:srgbClr val="A4A3A4"/>
          </p15:clr>
        </p15:guide>
      </p15:sldGuideLst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88886C08-4429-8F90-08D6-6DDF87BE3685}" name="Benjamin Russo" initials="BR" userId="S::brusso@insulet.com::768c2c6d-7ae0-4dd6-a50d-88f4748cae3a" providerId="AD"/>
  <p188:author id="{22E66C2F-FA86-71F0-F7DF-62CF874990E7}" name="David Ward" initials="DW" userId="S::dward2@insulet.com::7f37a926-8e4f-4f4a-83bb-97743d5f474a" providerId="AD"/>
  <p188:author id="{4BFDC345-5871-9C1A-9EB5-2EF4F557B820}" name="Pallavi Bhargava" initials="PB" userId="S::pbhargava@insulet.com::f59d37f5-112b-4db9-b2bf-c3ecd10fff34" providerId="AD"/>
  <p188:author id="{39640B4E-DACC-1B57-7DCA-D1110197E7F9}" name="Scott Olsen" initials="SO" userId="S::solsen@insulet.com::b280f2eb-f88e-4b6f-b94b-adf6ed67ac5f" providerId="AD"/>
  <p188:author id="{AE0EBB67-A7B5-825B-CEDD-F9A32128D2BF}" name="Vanessa Thomas" initials="VT" userId="S::vthomas@insulet.com::2925de0f-f275-458e-a8cf-a1187af60a0c" providerId="AD"/>
  <p188:author id="{69F1C181-FA2F-53D5-B8F0-7DF2BCD0CBF4}" name="Taylor Riggs" initials="TR" userId="S::triggs@insulet.com::939d9262-d257-4e1d-ab74-6cbb86eb5448" providerId="AD"/>
  <p188:author id="{FBFA95DE-D5BD-772F-823C-1885830D4FF7}" name="Teresa Sankner" initials="TS" userId="S::msankner@insulet.com::1ebfbc64-8890-4fca-9459-e080793a6887" providerId="AD"/>
</p188: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66FF33"/>
    <a:srgbClr val="0A0A0A"/>
    <a:srgbClr val="F8D545"/>
    <a:srgbClr val="FFC000"/>
    <a:srgbClr val="4472C4"/>
    <a:srgbClr val="ED7D31"/>
    <a:srgbClr val="E1E1E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062670E4-3C1E-487B-8360-1ECBD62C1A8C}" v="8" dt="2026-07-21T16:11:22.59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  <a:tblStyle styleId="{B301B821-A1FF-4177-AEE7-76D212191A09}" styleName="Medium Style 1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Light Style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3B4B98B0-60AC-42C2-AFA5-B58CD77FA1E5}" styleName="Light Style 1 - Accent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1"/>
              </a:solidFill>
            </a:ln>
          </a:bottom>
        </a:tcBdr>
        <a:fill>
          <a:noFill/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5" d="100"/>
          <a:sy n="75" d="100"/>
        </p:scale>
        <p:origin x="874" y="43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tags" Target="tags/tag1.xml"/><Relationship Id="rId18" Type="http://schemas.microsoft.com/office/2016/11/relationships/changesInfo" Target="changesInfos/changesInfo1.xml"/><Relationship Id="rId3" Type="http://schemas.openxmlformats.org/officeDocument/2006/relationships/customXml" Target="../customXml/item3.xml"/><Relationship Id="rId7" Type="http://schemas.openxmlformats.org/officeDocument/2006/relationships/slide" Target="slides/slide3.xml"/><Relationship Id="rId12" Type="http://schemas.openxmlformats.org/officeDocument/2006/relationships/handoutMaster" Target="handoutMasters/handoutMaster1.xml"/><Relationship Id="rId17" Type="http://schemas.openxmlformats.org/officeDocument/2006/relationships/tableStyles" Target="tableStyles.xml"/><Relationship Id="rId2" Type="http://schemas.openxmlformats.org/officeDocument/2006/relationships/customXml" Target="../customXml/item2.xml"/><Relationship Id="rId16" Type="http://schemas.openxmlformats.org/officeDocument/2006/relationships/theme" Target="theme/theme1.xml"/><Relationship Id="rId20" Type="http://schemas.microsoft.com/office/2018/10/relationships/authors" Target="authors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1.xml"/><Relationship Id="rId15" Type="http://schemas.openxmlformats.org/officeDocument/2006/relationships/viewProps" Target="viewProps.xml"/><Relationship Id="rId10" Type="http://schemas.openxmlformats.org/officeDocument/2006/relationships/slide" Target="slides/slide6.xml"/><Relationship Id="rId1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David Ward" userId="7f37a926-8e4f-4f4a-83bb-97743d5f474a" providerId="ADAL" clId="{523759C9-16CC-49C7-BA09-D9BEB229E842}"/>
    <pc:docChg chg="undo custSel addSld delSld modSld sldOrd">
      <pc:chgData name="David Ward" userId="7f37a926-8e4f-4f4a-83bb-97743d5f474a" providerId="ADAL" clId="{523759C9-16CC-49C7-BA09-D9BEB229E842}" dt="2026-07-21T16:11:22.585" v="1981" actId="20577"/>
      <pc:docMkLst>
        <pc:docMk/>
      </pc:docMkLst>
      <pc:sldChg chg="addSp delSp modSp new del mod ord">
        <pc:chgData name="David Ward" userId="7f37a926-8e4f-4f4a-83bb-97743d5f474a" providerId="ADAL" clId="{523759C9-16CC-49C7-BA09-D9BEB229E842}" dt="2026-07-21T16:05:26.901" v="1774" actId="47"/>
        <pc:sldMkLst>
          <pc:docMk/>
          <pc:sldMk cId="1283463845" sldId="1900"/>
        </pc:sldMkLst>
      </pc:sldChg>
      <pc:sldChg chg="modSp new mod ord">
        <pc:chgData name="David Ward" userId="7f37a926-8e4f-4f4a-83bb-97743d5f474a" providerId="ADAL" clId="{523759C9-16CC-49C7-BA09-D9BEB229E842}" dt="2026-07-21T16:05:22.656" v="1773" actId="20577"/>
        <pc:sldMkLst>
          <pc:docMk/>
          <pc:sldMk cId="322259230" sldId="1901"/>
        </pc:sldMkLst>
        <pc:spChg chg="mod">
          <ac:chgData name="David Ward" userId="7f37a926-8e4f-4f4a-83bb-97743d5f474a" providerId="ADAL" clId="{523759C9-16CC-49C7-BA09-D9BEB229E842}" dt="2026-07-21T16:05:22.656" v="1773" actId="20577"/>
          <ac:spMkLst>
            <pc:docMk/>
            <pc:sldMk cId="322259230" sldId="1901"/>
            <ac:spMk id="2" creationId="{A7D507FD-46FC-6C03-9B79-2649A7B75946}"/>
          </ac:spMkLst>
        </pc:spChg>
      </pc:sldChg>
      <pc:sldChg chg="modSp new mod">
        <pc:chgData name="David Ward" userId="7f37a926-8e4f-4f4a-83bb-97743d5f474a" providerId="ADAL" clId="{523759C9-16CC-49C7-BA09-D9BEB229E842}" dt="2026-07-21T16:06:14.095" v="1816" actId="20577"/>
        <pc:sldMkLst>
          <pc:docMk/>
          <pc:sldMk cId="168266398" sldId="1902"/>
        </pc:sldMkLst>
        <pc:spChg chg="mod">
          <ac:chgData name="David Ward" userId="7f37a926-8e4f-4f4a-83bb-97743d5f474a" providerId="ADAL" clId="{523759C9-16CC-49C7-BA09-D9BEB229E842}" dt="2026-07-21T16:06:14.095" v="1816" actId="20577"/>
          <ac:spMkLst>
            <pc:docMk/>
            <pc:sldMk cId="168266398" sldId="1902"/>
            <ac:spMk id="3" creationId="{E5B1460D-83AC-E035-3324-A563157614D1}"/>
          </ac:spMkLst>
        </pc:spChg>
        <pc:spChg chg="mod">
          <ac:chgData name="David Ward" userId="7f37a926-8e4f-4f4a-83bb-97743d5f474a" providerId="ADAL" clId="{523759C9-16CC-49C7-BA09-D9BEB229E842}" dt="2026-07-21T16:05:36.817" v="1776"/>
          <ac:spMkLst>
            <pc:docMk/>
            <pc:sldMk cId="168266398" sldId="1902"/>
            <ac:spMk id="6" creationId="{FBC5C55E-6FEA-14EC-422B-94D6F510E0CC}"/>
          </ac:spMkLst>
        </pc:spChg>
      </pc:sldChg>
      <pc:sldChg chg="addSp 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2336674264" sldId="1902"/>
        </pc:sldMkLst>
      </pc:sldChg>
      <pc:sldChg chg="modSp new del mod">
        <pc:chgData name="David Ward" userId="7f37a926-8e4f-4f4a-83bb-97743d5f474a" providerId="ADAL" clId="{523759C9-16CC-49C7-BA09-D9BEB229E842}" dt="2026-07-21T16:07:26.615" v="1849" actId="47"/>
        <pc:sldMkLst>
          <pc:docMk/>
          <pc:sldMk cId="2606442149" sldId="1903"/>
        </pc:sldMkLst>
        <pc:spChg chg="mod">
          <ac:chgData name="David Ward" userId="7f37a926-8e4f-4f4a-83bb-97743d5f474a" providerId="ADAL" clId="{523759C9-16CC-49C7-BA09-D9BEB229E842}" dt="2026-07-21T16:06:25.314" v="1818"/>
          <ac:spMkLst>
            <pc:docMk/>
            <pc:sldMk cId="2606442149" sldId="1903"/>
            <ac:spMk id="6" creationId="{84804FD6-4451-71D1-D5B4-76F175C858B3}"/>
          </ac:spMkLst>
        </pc:spChg>
      </pc:sldChg>
      <pc:sldChg chg="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4130503023" sldId="1903"/>
        </pc:sldMkLst>
      </pc:sldChg>
      <pc:sldChg chg="modSp new mod">
        <pc:chgData name="David Ward" userId="7f37a926-8e4f-4f4a-83bb-97743d5f474a" providerId="ADAL" clId="{523759C9-16CC-49C7-BA09-D9BEB229E842}" dt="2026-07-21T16:07:23.470" v="1848"/>
        <pc:sldMkLst>
          <pc:docMk/>
          <pc:sldMk cId="1845532388" sldId="1904"/>
        </pc:sldMkLst>
        <pc:spChg chg="mod">
          <ac:chgData name="David Ward" userId="7f37a926-8e4f-4f4a-83bb-97743d5f474a" providerId="ADAL" clId="{523759C9-16CC-49C7-BA09-D9BEB229E842}" dt="2026-07-21T16:07:23.470" v="1848"/>
          <ac:spMkLst>
            <pc:docMk/>
            <pc:sldMk cId="1845532388" sldId="1904"/>
            <ac:spMk id="2" creationId="{AE97FCAB-F5B3-D9DE-C944-DC7E67639726}"/>
          </ac:spMkLst>
        </pc:spChg>
        <pc:spChg chg="mod">
          <ac:chgData name="David Ward" userId="7f37a926-8e4f-4f4a-83bb-97743d5f474a" providerId="ADAL" clId="{523759C9-16CC-49C7-BA09-D9BEB229E842}" dt="2026-07-21T16:07:01.434" v="1840" actId="113"/>
          <ac:spMkLst>
            <pc:docMk/>
            <pc:sldMk cId="1845532388" sldId="1904"/>
            <ac:spMk id="4" creationId="{8EE665D3-435F-4AF9-7A2A-12E8A3167F17}"/>
          </ac:spMkLst>
        </pc:spChg>
        <pc:spChg chg="mod">
          <ac:chgData name="David Ward" userId="7f37a926-8e4f-4f4a-83bb-97743d5f474a" providerId="ADAL" clId="{523759C9-16CC-49C7-BA09-D9BEB229E842}" dt="2026-07-21T16:07:19.594" v="1847" actId="113"/>
          <ac:spMkLst>
            <pc:docMk/>
            <pc:sldMk cId="1845532388" sldId="1904"/>
            <ac:spMk id="5" creationId="{804318A0-E9FA-3CBC-8394-908E6DD27131}"/>
          </ac:spMkLst>
        </pc:spChg>
        <pc:spChg chg="mod">
          <ac:chgData name="David Ward" userId="7f37a926-8e4f-4f4a-83bb-97743d5f474a" providerId="ADAL" clId="{523759C9-16CC-49C7-BA09-D9BEB229E842}" dt="2026-07-21T16:06:54.728" v="1827" actId="20577"/>
          <ac:spMkLst>
            <pc:docMk/>
            <pc:sldMk cId="1845532388" sldId="1904"/>
            <ac:spMk id="6" creationId="{E7F4554E-641E-D898-8CD2-856F7145394C}"/>
          </ac:spMkLst>
        </pc:spChg>
        <pc:spChg chg="mod">
          <ac:chgData name="David Ward" userId="7f37a926-8e4f-4f4a-83bb-97743d5f474a" providerId="ADAL" clId="{523759C9-16CC-49C7-BA09-D9BEB229E842}" dt="2026-07-21T16:07:12.908" v="1845" actId="20577"/>
          <ac:spMkLst>
            <pc:docMk/>
            <pc:sldMk cId="1845532388" sldId="1904"/>
            <ac:spMk id="7" creationId="{8B8F7D12-0F75-BE6A-64C3-F610C8B548D6}"/>
          </ac:spMkLst>
        </pc:spChg>
      </pc:sldChg>
      <pc:sldChg chg="addSp delSp 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2951359214" sldId="1904"/>
        </pc:sldMkLst>
      </pc:sldChg>
      <pc:sldChg chg="modSp new del mod">
        <pc:chgData name="David Ward" userId="7f37a926-8e4f-4f4a-83bb-97743d5f474a" providerId="ADAL" clId="{523759C9-16CC-49C7-BA09-D9BEB229E842}" dt="2026-07-21T16:09:03.458" v="1893" actId="47"/>
        <pc:sldMkLst>
          <pc:docMk/>
          <pc:sldMk cId="1733461135" sldId="1905"/>
        </pc:sldMkLst>
        <pc:spChg chg="mod">
          <ac:chgData name="David Ward" userId="7f37a926-8e4f-4f4a-83bb-97743d5f474a" providerId="ADAL" clId="{523759C9-16CC-49C7-BA09-D9BEB229E842}" dt="2026-07-21T16:08:54.969" v="1885" actId="21"/>
          <ac:spMkLst>
            <pc:docMk/>
            <pc:sldMk cId="1733461135" sldId="1905"/>
            <ac:spMk id="3" creationId="{D65D0091-2A96-49B8-1961-B0871435FAB2}"/>
          </ac:spMkLst>
        </pc:spChg>
        <pc:spChg chg="mod">
          <ac:chgData name="David Ward" userId="7f37a926-8e4f-4f4a-83bb-97743d5f474a" providerId="ADAL" clId="{523759C9-16CC-49C7-BA09-D9BEB229E842}" dt="2026-07-21T16:08:59.854" v="1889" actId="21"/>
          <ac:spMkLst>
            <pc:docMk/>
            <pc:sldMk cId="1733461135" sldId="1905"/>
            <ac:spMk id="6" creationId="{1CD0CC4C-C1F8-6910-D974-E19B5BD54677}"/>
          </ac:spMkLst>
        </pc:spChg>
      </pc:sldChg>
      <pc:sldChg chg="new del">
        <pc:chgData name="David Ward" userId="7f37a926-8e4f-4f4a-83bb-97743d5f474a" providerId="ADAL" clId="{523759C9-16CC-49C7-BA09-D9BEB229E842}" dt="2026-07-21T16:07:29.140" v="1851" actId="680"/>
        <pc:sldMkLst>
          <pc:docMk/>
          <pc:sldMk cId="3311344294" sldId="1905"/>
        </pc:sldMkLst>
      </pc:sldChg>
      <pc:sldChg chg="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3829587394" sldId="1905"/>
        </pc:sldMkLst>
      </pc:sldChg>
      <pc:sldChg chg="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1014996161" sldId="1906"/>
        </pc:sldMkLst>
      </pc:sldChg>
      <pc:sldChg chg="modSp new del mod">
        <pc:chgData name="David Ward" userId="7f37a926-8e4f-4f4a-83bb-97743d5f474a" providerId="ADAL" clId="{523759C9-16CC-49C7-BA09-D9BEB229E842}" dt="2026-07-21T16:09:04.267" v="1894" actId="47"/>
        <pc:sldMkLst>
          <pc:docMk/>
          <pc:sldMk cId="1027941655" sldId="1906"/>
        </pc:sldMkLst>
        <pc:spChg chg="mod">
          <ac:chgData name="David Ward" userId="7f37a926-8e4f-4f4a-83bb-97743d5f474a" providerId="ADAL" clId="{523759C9-16CC-49C7-BA09-D9BEB229E842}" dt="2026-07-21T16:08:42.979" v="1880" actId="21"/>
          <ac:spMkLst>
            <pc:docMk/>
            <pc:sldMk cId="1027941655" sldId="1906"/>
            <ac:spMk id="3" creationId="{751CEE19-DBB0-DA73-A94B-614F711BE4F8}"/>
          </ac:spMkLst>
        </pc:spChg>
      </pc:sldChg>
      <pc:sldChg chg="modSp new mod">
        <pc:chgData name="David Ward" userId="7f37a926-8e4f-4f4a-83bb-97743d5f474a" providerId="ADAL" clId="{523759C9-16CC-49C7-BA09-D9BEB229E842}" dt="2026-07-21T16:09:19.289" v="1911" actId="20577"/>
        <pc:sldMkLst>
          <pc:docMk/>
          <pc:sldMk cId="3237822094" sldId="1907"/>
        </pc:sldMkLst>
        <pc:spChg chg="mod">
          <ac:chgData name="David Ward" userId="7f37a926-8e4f-4f4a-83bb-97743d5f474a" providerId="ADAL" clId="{523759C9-16CC-49C7-BA09-D9BEB229E842}" dt="2026-07-21T16:09:01.921" v="1892"/>
          <ac:spMkLst>
            <pc:docMk/>
            <pc:sldMk cId="3237822094" sldId="1907"/>
            <ac:spMk id="2" creationId="{CA981E65-3224-91D5-D213-D91D22CF355E}"/>
          </ac:spMkLst>
        </pc:spChg>
        <pc:spChg chg="mod">
          <ac:chgData name="David Ward" userId="7f37a926-8e4f-4f4a-83bb-97743d5f474a" providerId="ADAL" clId="{523759C9-16CC-49C7-BA09-D9BEB229E842}" dt="2026-07-21T16:09:09.322" v="1896" actId="113"/>
          <ac:spMkLst>
            <pc:docMk/>
            <pc:sldMk cId="3237822094" sldId="1907"/>
            <ac:spMk id="4" creationId="{56AF854B-CB73-D258-9569-E99F86349BBF}"/>
          </ac:spMkLst>
        </pc:spChg>
        <pc:spChg chg="mod">
          <ac:chgData name="David Ward" userId="7f37a926-8e4f-4f4a-83bb-97743d5f474a" providerId="ADAL" clId="{523759C9-16CC-49C7-BA09-D9BEB229E842}" dt="2026-07-21T16:09:19.289" v="1911" actId="20577"/>
          <ac:spMkLst>
            <pc:docMk/>
            <pc:sldMk cId="3237822094" sldId="1907"/>
            <ac:spMk id="5" creationId="{33BF7913-0BE1-AA6E-2ECF-D05ED31AC0AA}"/>
          </ac:spMkLst>
        </pc:spChg>
      </pc:sldChg>
      <pc:sldChg chg="addSp delSp 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2705454170" sldId="1908"/>
        </pc:sldMkLst>
      </pc:sldChg>
      <pc:sldChg chg="modSp new del mod">
        <pc:chgData name="David Ward" userId="7f37a926-8e4f-4f4a-83bb-97743d5f474a" providerId="ADAL" clId="{523759C9-16CC-49C7-BA09-D9BEB229E842}" dt="2026-07-21T16:09:46.875" v="1958" actId="47"/>
        <pc:sldMkLst>
          <pc:docMk/>
          <pc:sldMk cId="3665684413" sldId="1908"/>
        </pc:sldMkLst>
        <pc:spChg chg="mod">
          <ac:chgData name="David Ward" userId="7f37a926-8e4f-4f4a-83bb-97743d5f474a" providerId="ADAL" clId="{523759C9-16CC-49C7-BA09-D9BEB229E842}" dt="2026-07-21T16:09:32.653" v="1931" actId="20577"/>
          <ac:spMkLst>
            <pc:docMk/>
            <pc:sldMk cId="3665684413" sldId="1908"/>
            <ac:spMk id="2" creationId="{EB3CD789-C184-907F-417A-98E12485976F}"/>
          </ac:spMkLst>
        </pc:spChg>
      </pc:sldChg>
      <pc:sldChg chg="modSp new del mod">
        <pc:chgData name="David Ward" userId="7f37a926-8e4f-4f4a-83bb-97743d5f474a" providerId="ADAL" clId="{523759C9-16CC-49C7-BA09-D9BEB229E842}" dt="2026-07-21T16:05:26.901" v="1774" actId="47"/>
        <pc:sldMkLst>
          <pc:docMk/>
          <pc:sldMk cId="763942005" sldId="1909"/>
        </pc:sldMkLst>
      </pc:sldChg>
      <pc:sldChg chg="modSp new mod">
        <pc:chgData name="David Ward" userId="7f37a926-8e4f-4f4a-83bb-97743d5f474a" providerId="ADAL" clId="{523759C9-16CC-49C7-BA09-D9BEB229E842}" dt="2026-07-21T16:10:03.459" v="1966" actId="21"/>
        <pc:sldMkLst>
          <pc:docMk/>
          <pc:sldMk cId="3924862179" sldId="1909"/>
        </pc:sldMkLst>
        <pc:spChg chg="mod">
          <ac:chgData name="David Ward" userId="7f37a926-8e4f-4f4a-83bb-97743d5f474a" providerId="ADAL" clId="{523759C9-16CC-49C7-BA09-D9BEB229E842}" dt="2026-07-21T16:10:03.459" v="1966" actId="21"/>
          <ac:spMkLst>
            <pc:docMk/>
            <pc:sldMk cId="3924862179" sldId="1909"/>
            <ac:spMk id="3" creationId="{0CFE222B-F312-6E97-2225-0A897C1D6120}"/>
          </ac:spMkLst>
        </pc:spChg>
        <pc:spChg chg="mod">
          <ac:chgData name="David Ward" userId="7f37a926-8e4f-4f4a-83bb-97743d5f474a" providerId="ADAL" clId="{523759C9-16CC-49C7-BA09-D9BEB229E842}" dt="2026-07-21T16:09:42.127" v="1956" actId="20577"/>
          <ac:spMkLst>
            <pc:docMk/>
            <pc:sldMk cId="3924862179" sldId="1909"/>
            <ac:spMk id="6" creationId="{8E5C3109-9727-12DB-8E7C-E709E565689B}"/>
          </ac:spMkLst>
        </pc:spChg>
      </pc:sldChg>
      <pc:sldChg chg="modSp new mod">
        <pc:chgData name="David Ward" userId="7f37a926-8e4f-4f4a-83bb-97743d5f474a" providerId="ADAL" clId="{523759C9-16CC-49C7-BA09-D9BEB229E842}" dt="2026-07-21T16:11:22.585" v="1981" actId="20577"/>
        <pc:sldMkLst>
          <pc:docMk/>
          <pc:sldMk cId="1549175665" sldId="1910"/>
        </pc:sldMkLst>
        <pc:spChg chg="mod">
          <ac:chgData name="David Ward" userId="7f37a926-8e4f-4f4a-83bb-97743d5f474a" providerId="ADAL" clId="{523759C9-16CC-49C7-BA09-D9BEB229E842}" dt="2026-07-21T16:11:22.585" v="1981" actId="20577"/>
          <ac:spMkLst>
            <pc:docMk/>
            <pc:sldMk cId="1549175665" sldId="1910"/>
            <ac:spMk id="3" creationId="{355F47FC-27E2-6744-5B78-6AF0B5ACD377}"/>
          </ac:spMkLst>
        </pc:spChg>
        <pc:spChg chg="mod">
          <ac:chgData name="David Ward" userId="7f37a926-8e4f-4f4a-83bb-97743d5f474a" providerId="ADAL" clId="{523759C9-16CC-49C7-BA09-D9BEB229E842}" dt="2026-07-21T16:10:24.562" v="1976" actId="20577"/>
          <ac:spMkLst>
            <pc:docMk/>
            <pc:sldMk cId="1549175665" sldId="1910"/>
            <ac:spMk id="6" creationId="{EE7A4A42-3FAB-5286-93AB-0C612E4B97F6}"/>
          </ac:spMkLst>
        </pc:sp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Header Placeholder 1"/>
          <p:cNvSpPr>
            <a:spLocks noGrp="1"/>
          </p:cNvSpPr>
          <p:nvPr>
            <p:ph type="hdr" sz="quarter"/>
          </p:nvPr>
        </p:nvSpPr>
        <p:spPr>
          <a:xfrm>
            <a:off x="373888" y="197549"/>
            <a:ext cx="6332728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Date Placeholder 2"/>
          <p:cNvSpPr>
            <a:spLocks noGrp="1"/>
          </p:cNvSpPr>
          <p:nvPr>
            <p:ph type="dt" idx="1"/>
          </p:nvPr>
        </p:nvSpPr>
        <p:spPr>
          <a:xfrm>
            <a:off x="5754371" y="8739584"/>
            <a:ext cx="1045718" cy="3925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3176727-6A19-4DE8-B47E-7FD6EA47E67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5"/>
          <p:cNvSpPr>
            <a:spLocks noGrp="1"/>
          </p:cNvSpPr>
          <p:nvPr>
            <p:ph type="ftr" sz="quarter" idx="2"/>
          </p:nvPr>
        </p:nvSpPr>
        <p:spPr>
          <a:xfrm>
            <a:off x="1022350" y="8738615"/>
            <a:ext cx="4615181" cy="3934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9" name="Slide Number Placeholder 6"/>
          <p:cNvSpPr>
            <a:spLocks noGrp="1"/>
          </p:cNvSpPr>
          <p:nvPr>
            <p:ph type="sldNum" sz="quarter" idx="3"/>
          </p:nvPr>
        </p:nvSpPr>
        <p:spPr>
          <a:xfrm>
            <a:off x="362203" y="8738615"/>
            <a:ext cx="518966" cy="3934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5BBE4E-8AFD-45B3-8A52-6FC96354F416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954194" y="8749269"/>
            <a:ext cx="0" cy="3873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1" name="Straight Connector 10"/>
          <p:cNvCxnSpPr/>
          <p:nvPr/>
        </p:nvCxnSpPr>
        <p:spPr>
          <a:xfrm>
            <a:off x="5720293" y="8749269"/>
            <a:ext cx="0" cy="3873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90758775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373888" y="197549"/>
            <a:ext cx="6027971" cy="464820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754371" y="8739584"/>
            <a:ext cx="1045718" cy="39251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93176727-6A19-4DE8-B47E-7FD6EA47E672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84175" y="696913"/>
            <a:ext cx="3959225" cy="2227262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3177" tIns="46589" rIns="93177" bIns="46589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373888" y="2998089"/>
            <a:ext cx="6426200" cy="5601081"/>
          </a:xfrm>
          <a:prstGeom prst="rect">
            <a:avLst/>
          </a:prstGeom>
        </p:spPr>
        <p:txBody>
          <a:bodyPr vert="horz" lIns="93177" tIns="46589" rIns="93177" bIns="46589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1022350" y="8738615"/>
            <a:ext cx="4615181" cy="3934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62203" y="8738615"/>
            <a:ext cx="518966" cy="393484"/>
          </a:xfrm>
          <a:prstGeom prst="rect">
            <a:avLst/>
          </a:prstGeom>
        </p:spPr>
        <p:txBody>
          <a:bodyPr vert="horz" lIns="93177" tIns="46589" rIns="93177" bIns="46589" rtlCol="0" anchor="b"/>
          <a:lstStyle>
            <a:lvl1pPr algn="r">
              <a:defRPr sz="1200"/>
            </a:lvl1pPr>
          </a:lstStyle>
          <a:p>
            <a:fld id="{095BBE4E-8AFD-45B3-8A52-6FC96354F416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954194" y="8749269"/>
            <a:ext cx="0" cy="3873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" name="Straight Connector 9"/>
          <p:cNvCxnSpPr/>
          <p:nvPr/>
        </p:nvCxnSpPr>
        <p:spPr>
          <a:xfrm>
            <a:off x="5720293" y="8749269"/>
            <a:ext cx="0" cy="38735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603374120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121917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1pPr>
    <a:lvl2pPr marL="609585" algn="l" defTabSz="121917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2pPr>
    <a:lvl3pPr marL="1219170" algn="l" defTabSz="121917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3pPr>
    <a:lvl4pPr marL="1828754" algn="l" defTabSz="121917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4pPr>
    <a:lvl5pPr marL="2438339" algn="l" defTabSz="1219170" rtl="0" eaLnBrk="1" latinLnBrk="0" hangingPunct="1">
      <a:defRPr sz="1400" kern="1200">
        <a:solidFill>
          <a:schemeClr val="tx1"/>
        </a:solidFill>
        <a:latin typeface="+mn-lt"/>
        <a:ea typeface="+mn-ea"/>
        <a:cs typeface="+mn-cs"/>
      </a:defRPr>
    </a:lvl5pPr>
    <a:lvl6pPr marL="3047924" algn="l" defTabSz="121917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6pPr>
    <a:lvl7pPr marL="3657509" algn="l" defTabSz="121917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7pPr>
    <a:lvl8pPr marL="4267093" algn="l" defTabSz="121917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8pPr>
    <a:lvl9pPr marL="4876678" algn="l" defTabSz="1219170" rtl="0" eaLnBrk="1" latinLnBrk="0" hangingPunct="1">
      <a:defRPr sz="1584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1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.xml"/><Relationship Id="rId4" Type="http://schemas.openxmlformats.org/officeDocument/2006/relationships/image" Target="../media/image4.emf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3.xml"/><Relationship Id="rId4" Type="http://schemas.openxmlformats.org/officeDocument/2006/relationships/image" Target="../media/image4.emf"/></Relationships>
</file>

<file path=ppt/slideLayouts/_rels/slideLayout1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4.xml"/><Relationship Id="rId4" Type="http://schemas.openxmlformats.org/officeDocument/2006/relationships/image" Target="../media/image4.emf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3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5.xml"/><Relationship Id="rId4" Type="http://schemas.openxmlformats.org/officeDocument/2006/relationships/image" Target="../media/image4.emf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4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6.xml"/><Relationship Id="rId4" Type="http://schemas.openxmlformats.org/officeDocument/2006/relationships/image" Target="../media/image4.emf"/></Relationships>
</file>

<file path=ppt/slideLayouts/_rels/slideLayout2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7.xml"/><Relationship Id="rId4" Type="http://schemas.openxmlformats.org/officeDocument/2006/relationships/image" Target="../media/image4.emf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svg"/><Relationship Id="rId1" Type="http://schemas.openxmlformats.org/officeDocument/2006/relationships/slideMaster" Target="../slideMasters/slideMaster1.xml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8.xml"/><Relationship Id="rId4" Type="http://schemas.openxmlformats.org/officeDocument/2006/relationships/image" Target="../media/image4.emf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9.xml"/><Relationship Id="rId4" Type="http://schemas.openxmlformats.org/officeDocument/2006/relationships/image" Target="../media/image4.emf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0.xml"/><Relationship Id="rId4" Type="http://schemas.openxmlformats.org/officeDocument/2006/relationships/image" Target="../media/image4.emf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1.xml"/><Relationship Id="rId4" Type="http://schemas.openxmlformats.org/officeDocument/2006/relationships/image" Target="../media/image4.emf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2.xml"/><Relationship Id="rId4" Type="http://schemas.openxmlformats.org/officeDocument/2006/relationships/image" Target="../media/image4.emf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3.xml"/><Relationship Id="rId4" Type="http://schemas.openxmlformats.org/officeDocument/2006/relationships/image" Target="../media/image4.emf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4.xml"/><Relationship Id="rId4" Type="http://schemas.openxmlformats.org/officeDocument/2006/relationships/image" Target="../media/image4.emf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5.xml"/><Relationship Id="rId4" Type="http://schemas.openxmlformats.org/officeDocument/2006/relationships/image" Target="../media/image4.emf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6.xml"/><Relationship Id="rId4" Type="http://schemas.openxmlformats.org/officeDocument/2006/relationships/image" Target="../media/image4.emf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7.xml"/><Relationship Id="rId4" Type="http://schemas.openxmlformats.org/officeDocument/2006/relationships/image" Target="../media/image4.emf"/></Relationships>
</file>

<file path=ppt/slideLayouts/_rels/slideLayout41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5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8.xml"/><Relationship Id="rId4" Type="http://schemas.openxmlformats.org/officeDocument/2006/relationships/image" Target="../media/image4.emf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2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19.xml"/><Relationship Id="rId4" Type="http://schemas.openxmlformats.org/officeDocument/2006/relationships/image" Target="../media/image4.emf"/></Relationships>
</file>

<file path=ppt/slideLayouts/_rels/slideLayout43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Master" Target="../slideMasters/slideMaster1.xml"/></Relationships>
</file>

<file path=ppt/slideLayouts/_rels/slideLayout45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6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png"/><Relationship Id="rId1" Type="http://schemas.openxmlformats.org/officeDocument/2006/relationships/slideMaster" Target="../slideMasters/slideMaster1.xml"/></Relationships>
</file>

<file path=ppt/slideLayouts/_rels/slideLayout47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Master" Target="../slideMasters/slideMaster1.xml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0.xml"/><Relationship Id="rId4" Type="http://schemas.openxmlformats.org/officeDocument/2006/relationships/image" Target="../media/image4.emf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6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1.xml"/><Relationship Id="rId4" Type="http://schemas.openxmlformats.org/officeDocument/2006/relationships/image" Target="../media/image4.emf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7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2.xml"/><Relationship Id="rId4" Type="http://schemas.openxmlformats.org/officeDocument/2006/relationships/image" Target="../media/image4.emf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oleObject" Target="../embeddings/oleObject8.bin"/><Relationship Id="rId2" Type="http://schemas.openxmlformats.org/officeDocument/2006/relationships/slideMaster" Target="../slideMasters/slideMaster1.xml"/><Relationship Id="rId1" Type="http://schemas.openxmlformats.org/officeDocument/2006/relationships/tags" Target="../tags/tag23.xml"/><Relationship Id="rId4" Type="http://schemas.openxmlformats.org/officeDocument/2006/relationships/image" Target="../media/image9.emf"/></Relationships>
</file>

<file path=ppt/slideLayouts/_rels/slideLayout5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emplate Fo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>
            <a:extLst>
              <a:ext uri="{FF2B5EF4-FFF2-40B4-BE49-F238E27FC236}">
                <a16:creationId xmlns:a16="http://schemas.microsoft.com/office/drawing/2014/main" id="{AC518C4C-09F9-6EEF-47FE-825CD6CABBFB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267647" y="1543305"/>
            <a:ext cx="3834716" cy="1963082"/>
          </a:xfrm>
          <a:prstGeom prst="rect">
            <a:avLst/>
          </a:prstGeom>
        </p:spPr>
      </p:pic>
      <p:sp>
        <p:nvSpPr>
          <p:cNvPr id="16" name="TextBox 15">
            <a:extLst>
              <a:ext uri="{FF2B5EF4-FFF2-40B4-BE49-F238E27FC236}">
                <a16:creationId xmlns:a16="http://schemas.microsoft.com/office/drawing/2014/main" id="{2E8E886F-3E53-4F8D-9117-4C02C360033D}"/>
              </a:ext>
            </a:extLst>
          </p:cNvPr>
          <p:cNvSpPr txBox="1"/>
          <p:nvPr userDrawn="1"/>
        </p:nvSpPr>
        <p:spPr>
          <a:xfrm>
            <a:off x="457200" y="232760"/>
            <a:ext cx="11273991" cy="1188720"/>
          </a:xfrm>
          <a:prstGeom prst="rect">
            <a:avLst/>
          </a:prstGeom>
        </p:spPr>
        <p:txBody>
          <a:bodyPr vert="horz" lIns="0" tIns="0" rIns="0" bIns="0" rtlCol="0" anchor="ctr">
            <a:noAutofit/>
          </a:bodyPr>
          <a:lstStyle>
            <a:lvl1pPr>
              <a:lnSpc>
                <a:spcPct val="90000"/>
              </a:lnSpc>
              <a:spcBef>
                <a:spcPct val="0"/>
              </a:spcBef>
              <a:buNone/>
              <a:defRPr sz="4000" b="1" cap="none" baseline="0">
                <a:solidFill>
                  <a:schemeClr val="accent1">
                    <a:lumMod val="50000"/>
                  </a:schemeClr>
                </a:solidFill>
                <a:ea typeface="+mj-ea"/>
                <a:cs typeface="+mj-cs"/>
              </a:defRPr>
            </a:lvl1pPr>
          </a:lstStyle>
          <a:p>
            <a:pPr lvl="0"/>
            <a:r>
              <a:rPr lang="en-US" noProof="0"/>
              <a:t>Fonts Used in This Template</a:t>
            </a:r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3C54567-E714-4E46-93BB-50E897FC5F16}"/>
              </a:ext>
            </a:extLst>
          </p:cNvPr>
          <p:cNvSpPr/>
          <p:nvPr userDrawn="1"/>
        </p:nvSpPr>
        <p:spPr>
          <a:xfrm>
            <a:off x="6391109" y="3933427"/>
            <a:ext cx="5520753" cy="151751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0" rIns="91440" bIns="0" rtlCol="0" anchor="ctr"/>
          <a:lstStyle/>
          <a:p>
            <a:pPr marL="114300" marR="0" lvl="0" indent="-11430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Custom fonts are any non-Microsoft font. </a:t>
            </a:r>
          </a:p>
          <a:p>
            <a:pPr marL="114300" marR="0" lvl="0" indent="-11430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Custom fonts need to be installed on each computer. </a:t>
            </a:r>
          </a:p>
          <a:p>
            <a:pPr marL="114300" marR="0" lvl="0" indent="-11430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lang="en-US" sz="120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Font files must be available to install on computer.</a:t>
            </a:r>
            <a:endParaRPr kumimoji="0" lang="en-US" sz="12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IBM Plex Sans" panose="020B0503050203000203" pitchFamily="34" charset="0"/>
            </a:endParaRPr>
          </a:p>
          <a:p>
            <a:pPr marL="114300" marR="0" lvl="0" indent="-11430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lang="en-US" sz="120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Custom fonts cannot be installed on mobile or tablet devices. </a:t>
            </a:r>
          </a:p>
          <a:p>
            <a:pPr marL="114300" marR="0" lvl="0" indent="-11430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If a custom font is not installed, PowerPoint will randomly select a substitute font each time file is opened.</a:t>
            </a:r>
          </a:p>
        </p:txBody>
      </p:sp>
      <p:sp>
        <p:nvSpPr>
          <p:cNvPr id="15" name="Rectangle 14">
            <a:extLst>
              <a:ext uri="{FF2B5EF4-FFF2-40B4-BE49-F238E27FC236}">
                <a16:creationId xmlns:a16="http://schemas.microsoft.com/office/drawing/2014/main" id="{E72ABD27-75F6-43FC-B217-870364863AB4}"/>
              </a:ext>
            </a:extLst>
          </p:cNvPr>
          <p:cNvSpPr/>
          <p:nvPr userDrawn="1"/>
        </p:nvSpPr>
        <p:spPr>
          <a:xfrm>
            <a:off x="279918" y="3560386"/>
            <a:ext cx="11631944" cy="329393"/>
          </a:xfrm>
          <a:prstGeom prst="rect">
            <a:avLst/>
          </a:prstGeom>
          <a:solidFill>
            <a:schemeClr val="accent1"/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274320" tIns="45720" rIns="274320" bIns="0" rtlCol="0" anchor="ctr"/>
          <a:lstStyle/>
          <a:p>
            <a:pPr marL="0" marR="0" lvl="0" indent="0" algn="ctr" defTabSz="914400" rtl="0" eaLnBrk="1" fontAlgn="auto" latinLnBrk="0" hangingPunct="1">
              <a:lnSpc>
                <a:spcPct val="85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600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If the text on the </a:t>
            </a:r>
            <a:r>
              <a:rPr lang="en-US" sz="1600" b="1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left</a:t>
            </a:r>
            <a:r>
              <a:rPr lang="en-US" sz="1600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 </a:t>
            </a:r>
            <a:r>
              <a:rPr lang="en-US" sz="1600" b="1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does not match </a:t>
            </a:r>
            <a:r>
              <a:rPr lang="en-US" sz="1600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the text on the right, the </a:t>
            </a:r>
            <a:r>
              <a:rPr lang="en-US" sz="1600" b="1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computer/device is missing that font</a:t>
            </a:r>
            <a:r>
              <a:rPr lang="en-US" sz="1600">
                <a:solidFill>
                  <a:schemeClr val="bg1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.</a:t>
            </a:r>
            <a:endParaRPr kumimoji="0" lang="en-US" sz="16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IBM Plex Sans" panose="020B0503050203000203" pitchFamily="34" charset="0"/>
            </a:endParaRPr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920B4FC5-0AE0-4931-9294-C1DE57E7FD8E}"/>
              </a:ext>
            </a:extLst>
          </p:cNvPr>
          <p:cNvSpPr/>
          <p:nvPr userDrawn="1"/>
        </p:nvSpPr>
        <p:spPr>
          <a:xfrm>
            <a:off x="279918" y="5488117"/>
            <a:ext cx="11631944" cy="858561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91440" tIns="0" rIns="274320" bIns="0" rtlCol="0" anchor="ctr"/>
          <a:lstStyle/>
          <a:p>
            <a:pPr marL="214313" marR="0" lvl="0" indent="-200025" algn="l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200" b="1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How To Install Custom Fonts</a:t>
            </a:r>
            <a:endParaRPr kumimoji="0" lang="en-US" sz="1200" b="1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IBM Plex Sans" panose="020B0503050203000203" pitchFamily="34" charset="0"/>
            </a:endParaRPr>
          </a:p>
          <a:p>
            <a:pPr marL="228600" marR="0" lvl="1" indent="-114300" algn="l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Windows 7/8/10/11: right-click font file and select install</a:t>
            </a:r>
          </a:p>
          <a:p>
            <a:pPr marL="228600" marR="0" lvl="1" indent="-114300" algn="l" defTabSz="1219170" rtl="0" eaLnBrk="1" fontAlgn="auto" latinLnBrk="0" hangingPunct="1">
              <a:lnSpc>
                <a:spcPct val="100000"/>
              </a:lnSpc>
              <a:spcBef>
                <a:spcPts val="3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1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Mac OS: Double click the font, when the font window opens click “Install Font”</a:t>
            </a:r>
          </a:p>
          <a:p>
            <a:pPr marL="228600" lvl="1" indent="-114300" defTabSz="1219170">
              <a:spcBef>
                <a:spcPts val="300"/>
              </a:spcBef>
              <a:defRPr/>
            </a:pPr>
            <a:r>
              <a:rPr lang="en-US" sz="110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PowerPoint Online, PowerPoint through Teams, IOS, Android, iPad: custom fonts cannot be installed on mobile devices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3D699DBD-D765-419C-ABC4-16FC23EEF80B}"/>
              </a:ext>
            </a:extLst>
          </p:cNvPr>
          <p:cNvSpPr/>
          <p:nvPr userDrawn="1"/>
        </p:nvSpPr>
        <p:spPr>
          <a:xfrm>
            <a:off x="279918" y="3933426"/>
            <a:ext cx="6074229" cy="1517513"/>
          </a:xfrm>
          <a:prstGeom prst="rect">
            <a:avLst/>
          </a:prstGeom>
          <a:solidFill>
            <a:schemeClr val="bg1">
              <a:lumMod val="85000"/>
            </a:schemeClr>
          </a:solidFill>
          <a:ln/>
        </p:spPr>
        <p:style>
          <a:lnRef idx="1">
            <a:schemeClr val="dk1"/>
          </a:lnRef>
          <a:fillRef idx="2">
            <a:schemeClr val="dk1"/>
          </a:fillRef>
          <a:effectRef idx="1">
            <a:schemeClr val="dk1"/>
          </a:effectRef>
          <a:fontRef idx="minor">
            <a:schemeClr val="dk1"/>
          </a:fontRef>
        </p:style>
        <p:txBody>
          <a:bodyPr lIns="274320" tIns="91440" rIns="91440" bIns="0" numCol="1" spcCol="182880" rtlCol="0" anchor="t"/>
          <a:lstStyle/>
          <a:p>
            <a:pPr marL="0" marR="0" lvl="0" indent="0" defTabSz="914400" rtl="0" eaLnBrk="1" fontAlgn="auto" latinLnBrk="0" hangingPunct="1">
              <a:lnSpc>
                <a:spcPct val="85000"/>
              </a:lnSpc>
              <a:spcBef>
                <a:spcPts val="300"/>
              </a:spcBef>
              <a:spcAft>
                <a:spcPts val="30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Types of Fonts:</a:t>
            </a:r>
          </a:p>
          <a:p>
            <a:pPr marL="114300" marR="0" lvl="0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Microsoft Cloud/Standard </a:t>
            </a:r>
            <a:br>
              <a:rPr lang="en-US" sz="105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(auto install if online and have Microsoft 365 account)</a:t>
            </a:r>
          </a:p>
          <a:p>
            <a:pPr marL="114300" marR="0" lvl="0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Google 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(web-based, free, download – install – then open PowerPoint)</a:t>
            </a:r>
          </a:p>
          <a:p>
            <a:pPr marL="114300" marR="0" lvl="0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Adobe </a:t>
            </a:r>
            <a:r>
              <a:rPr kumimoji="0" lang="en-US" sz="105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Typekit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 </a:t>
            </a:r>
            <a:b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</a:b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(must have Adobe Creative Cloud acct, download – install – then open PowerPoint)</a:t>
            </a:r>
          </a:p>
          <a:p>
            <a:pPr marL="114300" marR="0" lvl="0" defTabSz="914400" rtl="0" eaLnBrk="1" fontAlgn="auto" latinLnBrk="0" hangingPunct="1">
              <a:lnSpc>
                <a:spcPct val="85000"/>
              </a:lnSpc>
              <a:spcBef>
                <a:spcPts val="4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sz="105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Custom (must have file(s)</a:t>
            </a:r>
            <a:r>
              <a:rPr kumimoji="0" lang="en-US" sz="105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 – install – then open PowerPoint</a:t>
            </a:r>
            <a:r>
              <a:rPr lang="en-US" sz="1050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)</a:t>
            </a:r>
            <a:endParaRPr kumimoji="0" lang="en-US" sz="105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" panose="020B0503050203000203" pitchFamily="34" charset="0"/>
              <a:ea typeface="+mn-ea"/>
              <a:cs typeface="IBM Plex Sans" panose="020B0503050203000203" pitchFamily="34" charset="0"/>
            </a:endParaRPr>
          </a:p>
        </p:txBody>
      </p:sp>
      <p:sp>
        <p:nvSpPr>
          <p:cNvPr id="20" name="Rectangle 19">
            <a:extLst>
              <a:ext uri="{FF2B5EF4-FFF2-40B4-BE49-F238E27FC236}">
                <a16:creationId xmlns:a16="http://schemas.microsoft.com/office/drawing/2014/main" id="{270D0F8C-19B8-4DDB-B25B-FB683ADD6ACA}"/>
              </a:ext>
            </a:extLst>
          </p:cNvPr>
          <p:cNvSpPr/>
          <p:nvPr userDrawn="1"/>
        </p:nvSpPr>
        <p:spPr>
          <a:xfrm>
            <a:off x="465268" y="4587464"/>
            <a:ext cx="144061" cy="144061"/>
          </a:xfrm>
          <a:prstGeom prst="rect">
            <a:avLst/>
          </a:prstGeom>
          <a:solidFill>
            <a:srgbClr val="ED7D3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1" name="Rectangle 20">
            <a:extLst>
              <a:ext uri="{FF2B5EF4-FFF2-40B4-BE49-F238E27FC236}">
                <a16:creationId xmlns:a16="http://schemas.microsoft.com/office/drawing/2014/main" id="{38C0AB79-AB3E-4E49-96AE-41AB4A55A1B5}"/>
              </a:ext>
            </a:extLst>
          </p:cNvPr>
          <p:cNvSpPr/>
          <p:nvPr userDrawn="1"/>
        </p:nvSpPr>
        <p:spPr>
          <a:xfrm>
            <a:off x="465268" y="4901874"/>
            <a:ext cx="144061" cy="144061"/>
          </a:xfrm>
          <a:prstGeom prst="rect">
            <a:avLst/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4" name="Rectangle 23">
            <a:extLst>
              <a:ext uri="{FF2B5EF4-FFF2-40B4-BE49-F238E27FC236}">
                <a16:creationId xmlns:a16="http://schemas.microsoft.com/office/drawing/2014/main" id="{E5A62839-7F6B-46BB-A3DB-E62022383AFA}"/>
              </a:ext>
            </a:extLst>
          </p:cNvPr>
          <p:cNvSpPr/>
          <p:nvPr userDrawn="1"/>
        </p:nvSpPr>
        <p:spPr>
          <a:xfrm>
            <a:off x="465268" y="5216284"/>
            <a:ext cx="144061" cy="144061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73126638-8EEA-4788-9BB1-030509ABF476}"/>
              </a:ext>
            </a:extLst>
          </p:cNvPr>
          <p:cNvSpPr txBox="1"/>
          <p:nvPr userDrawn="1"/>
        </p:nvSpPr>
        <p:spPr>
          <a:xfrm>
            <a:off x="1596337" y="1270815"/>
            <a:ext cx="3565624" cy="272490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 marL="304792" indent="-304792">
              <a:lnSpc>
                <a:spcPct val="90000"/>
              </a:lnSpc>
              <a:spcBef>
                <a:spcPts val="1200"/>
              </a:spcBef>
              <a:buFont typeface="IBM Plex Sans" panose="020B0503050203000203" pitchFamily="34" charset="0"/>
              <a:buChar char="•"/>
              <a:defRPr sz="1800"/>
            </a:lvl1pPr>
            <a:lvl2pPr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2400"/>
            </a:lvl2pPr>
            <a:lvl3pPr marL="914377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2000"/>
            </a:lvl3pPr>
            <a:lvl4pPr marL="1219170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800"/>
            </a:lvl4pPr>
            <a:lvl5pPr marL="1523962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tabLst/>
              <a:defRPr sz="1600"/>
            </a:lvl5pPr>
            <a:lvl6pPr marL="1828754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6pPr>
            <a:lvl7pPr marL="2133547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7pPr>
            <a:lvl8pPr marL="2438339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8pPr>
            <a:lvl9pPr marL="2743131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None/>
              <a:tabLst/>
              <a:defRPr/>
            </a:pP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This is the editable (real) font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0598A2F9-73EF-407A-9F03-77193C8C18AF}"/>
              </a:ext>
            </a:extLst>
          </p:cNvPr>
          <p:cNvSpPr txBox="1"/>
          <p:nvPr userDrawn="1"/>
        </p:nvSpPr>
        <p:spPr>
          <a:xfrm>
            <a:off x="7163121" y="1270815"/>
            <a:ext cx="3578678" cy="272491"/>
          </a:xfrm>
          <a:prstGeom prst="rect">
            <a:avLst/>
          </a:prstGeom>
        </p:spPr>
        <p:txBody>
          <a:bodyPr vert="horz" lIns="0" tIns="0" rIns="91440" bIns="0" rtlCol="0">
            <a:noAutofit/>
          </a:bodyPr>
          <a:lstStyle>
            <a:lvl1pPr marL="304792" indent="-304792">
              <a:lnSpc>
                <a:spcPct val="90000"/>
              </a:lnSpc>
              <a:spcBef>
                <a:spcPts val="1200"/>
              </a:spcBef>
              <a:buFont typeface="IBM Plex Sans" panose="020B0503050203000203" pitchFamily="34" charset="0"/>
              <a:buChar char="•"/>
              <a:defRPr sz="1800"/>
            </a:lvl1pPr>
            <a:lvl2pPr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2400"/>
            </a:lvl2pPr>
            <a:lvl3pPr marL="914377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2000"/>
            </a:lvl3pPr>
            <a:lvl4pPr marL="1219170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800"/>
            </a:lvl4pPr>
            <a:lvl5pPr marL="1523962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tabLst/>
              <a:defRPr sz="1600"/>
            </a:lvl5pPr>
            <a:lvl6pPr marL="1828754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6pPr>
            <a:lvl7pPr marL="2133547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7pPr>
            <a:lvl8pPr marL="2438339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8pPr>
            <a:lvl9pPr marL="2743131" indent="-304792">
              <a:lnSpc>
                <a:spcPct val="90000"/>
              </a:lnSpc>
              <a:spcBef>
                <a:spcPts val="300"/>
              </a:spcBef>
              <a:buFont typeface="IBM Plex Sans" panose="020B0503050203000203" pitchFamily="34" charset="0"/>
              <a:buChar char="–"/>
              <a:defRPr sz="1400" baseline="0"/>
            </a:lvl9pPr>
          </a:lstStyle>
          <a:p>
            <a:pPr marL="0" marR="0" lvl="0" indent="0" algn="ctr" defTabSz="121917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IBM Plex Sans" panose="020B0503050203000203" pitchFamily="34" charset="0"/>
              <a:buNone/>
              <a:tabLst/>
              <a:defRPr/>
            </a:pPr>
            <a:r>
              <a:rPr lang="en-US" b="1">
                <a:solidFill>
                  <a:srgbClr val="000000"/>
                </a:solidFill>
                <a:latin typeface="IBM Plex Sans" panose="020B0503050203000203" pitchFamily="34" charset="0"/>
                <a:cs typeface="IBM Plex Sans" panose="020B0503050203000203" pitchFamily="34" charset="0"/>
              </a:rPr>
              <a:t>This is an i</a:t>
            </a:r>
            <a:r>
              <a:rPr kumimoji="0" lang="en-US" sz="1800" b="1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 panose="020B0503050203000203" pitchFamily="34" charset="0"/>
                <a:ea typeface="+mn-ea"/>
                <a:cs typeface="IBM Plex Sans" panose="020B0503050203000203" pitchFamily="34" charset="0"/>
              </a:rPr>
              <a:t>mage of the font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C38B422F-4D64-4EC8-8430-6732BD5D0627}"/>
              </a:ext>
            </a:extLst>
          </p:cNvPr>
          <p:cNvSpPr txBox="1"/>
          <p:nvPr userDrawn="1"/>
        </p:nvSpPr>
        <p:spPr>
          <a:xfrm>
            <a:off x="2129385" y="1603326"/>
            <a:ext cx="3488134" cy="1740092"/>
          </a:xfrm>
          <a:prstGeom prst="rect">
            <a:avLst/>
          </a:prstGeom>
          <a:noFill/>
        </p:spPr>
        <p:txBody>
          <a:bodyPr wrap="none" lIns="0" tIns="0" rIns="0" bIns="0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+mn-lt"/>
                <a:ea typeface="+mn-ea"/>
                <a:cs typeface="IBM Plex Sans" panose="020B0503050203000203" pitchFamily="34" charset="0"/>
              </a:rPr>
              <a:t>IBM Plex Sans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Medium" panose="020B0603050203000203" pitchFamily="34" charset="0"/>
                <a:ea typeface="+mn-ea"/>
                <a:cs typeface="IBM Plex Sans" panose="020B0503050203000203" pitchFamily="34" charset="0"/>
              </a:rPr>
              <a:t>IBM Plex Sans Medium</a:t>
            </a: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SemiBold" panose="020B0703050203000203" pitchFamily="34" charset="0"/>
                <a:ea typeface="+mn-ea"/>
                <a:cs typeface="IBM Plex Sans" panose="020B0503050203000203" pitchFamily="34" charset="0"/>
              </a:rPr>
              <a:t>IBM Plex Sans </a:t>
            </a:r>
            <a:r>
              <a:rPr kumimoji="0" lang="en-US" sz="2400" b="0" i="0" u="none" strike="noStrike" kern="1200" cap="none" spc="0" normalizeH="0" baseline="0" noProof="0" err="1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SemiBold" panose="020B0703050203000203" pitchFamily="34" charset="0"/>
                <a:ea typeface="+mn-ea"/>
                <a:cs typeface="IBM Plex Sans" panose="020B0503050203000203" pitchFamily="34" charset="0"/>
              </a:rPr>
              <a:t>SemiBold</a:t>
            </a:r>
            <a:endParaRPr kumimoji="0" lang="en-US" sz="24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IBM Plex Sans SemiBold" panose="020B0703050203000203" pitchFamily="34" charset="0"/>
              <a:ea typeface="+mn-ea"/>
              <a:cs typeface="IBM Plex Sans" panose="020B0503050203000203" pitchFamily="34" charset="0"/>
            </a:endParaRPr>
          </a:p>
          <a:p>
            <a:pPr marL="0" marR="0" lvl="0" indent="0" algn="l" defTabSz="914400" rtl="0" eaLnBrk="1" fontAlgn="auto" latinLnBrk="0" hangingPunct="1">
              <a:lnSpc>
                <a:spcPct val="12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2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 SemiBold" panose="020B0703050203000203" pitchFamily="34" charset="0"/>
                <a:ea typeface="+mn-ea"/>
                <a:cs typeface="IBM Plex Sans" panose="020B0503050203000203" pitchFamily="34" charset="0"/>
              </a:rPr>
              <a:t>IBM Plex Sans Bold</a:t>
            </a:r>
          </a:p>
        </p:txBody>
      </p:sp>
      <p:cxnSp>
        <p:nvCxnSpPr>
          <p:cNvPr id="30" name="Straight Connector 29">
            <a:extLst>
              <a:ext uri="{FF2B5EF4-FFF2-40B4-BE49-F238E27FC236}">
                <a16:creationId xmlns:a16="http://schemas.microsoft.com/office/drawing/2014/main" id="{F8DF45DD-DE2F-4317-AA60-5C336615BFD7}"/>
              </a:ext>
            </a:extLst>
          </p:cNvPr>
          <p:cNvCxnSpPr>
            <a:cxnSpLocks/>
          </p:cNvCxnSpPr>
          <p:nvPr userDrawn="1"/>
        </p:nvCxnSpPr>
        <p:spPr>
          <a:xfrm>
            <a:off x="6922745" y="1543306"/>
            <a:ext cx="4059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Straight Connector 30">
            <a:extLst>
              <a:ext uri="{FF2B5EF4-FFF2-40B4-BE49-F238E27FC236}">
                <a16:creationId xmlns:a16="http://schemas.microsoft.com/office/drawing/2014/main" id="{BEA684F7-C4A2-4255-BB8A-C949D3A6FA4B}"/>
              </a:ext>
            </a:extLst>
          </p:cNvPr>
          <p:cNvCxnSpPr>
            <a:cxnSpLocks/>
          </p:cNvCxnSpPr>
          <p:nvPr userDrawn="1"/>
        </p:nvCxnSpPr>
        <p:spPr>
          <a:xfrm>
            <a:off x="1349433" y="1543306"/>
            <a:ext cx="405943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4" name="Rectangle 33">
            <a:extLst>
              <a:ext uri="{FF2B5EF4-FFF2-40B4-BE49-F238E27FC236}">
                <a16:creationId xmlns:a16="http://schemas.microsoft.com/office/drawing/2014/main" id="{F985E7BE-B649-41A3-A8B3-5E3D753C4C2A}"/>
              </a:ext>
            </a:extLst>
          </p:cNvPr>
          <p:cNvSpPr/>
          <p:nvPr userDrawn="1"/>
        </p:nvSpPr>
        <p:spPr>
          <a:xfrm>
            <a:off x="1826490" y="1758937"/>
            <a:ext cx="144061" cy="137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6" name="Rectangle 35">
            <a:extLst>
              <a:ext uri="{FF2B5EF4-FFF2-40B4-BE49-F238E27FC236}">
                <a16:creationId xmlns:a16="http://schemas.microsoft.com/office/drawing/2014/main" id="{7A07298F-4439-4F4D-AB73-FA88B454B0FB}"/>
              </a:ext>
            </a:extLst>
          </p:cNvPr>
          <p:cNvSpPr/>
          <p:nvPr userDrawn="1"/>
        </p:nvSpPr>
        <p:spPr>
          <a:xfrm>
            <a:off x="465268" y="4270224"/>
            <a:ext cx="144061" cy="144061"/>
          </a:xfrm>
          <a:prstGeom prst="rect">
            <a:avLst/>
          </a:prstGeom>
          <a:solidFill>
            <a:srgbClr val="4472C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3366F4ED-EB13-257E-4E03-FAD26D8479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3" name="Footer Placeholder 12">
            <a:extLst>
              <a:ext uri="{FF2B5EF4-FFF2-40B4-BE49-F238E27FC236}">
                <a16:creationId xmlns:a16="http://schemas.microsoft.com/office/drawing/2014/main" id="{5F1AF7AF-268F-C0F7-B4A8-180B3344D6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9" name="Slide Number Placeholder 18">
            <a:extLst>
              <a:ext uri="{FF2B5EF4-FFF2-40B4-BE49-F238E27FC236}">
                <a16:creationId xmlns:a16="http://schemas.microsoft.com/office/drawing/2014/main" id="{2660270F-A946-D2E6-0422-2E94C4C0D98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7BB8EB5-283F-3841-CB09-D1077136327F}"/>
              </a:ext>
            </a:extLst>
          </p:cNvPr>
          <p:cNvSpPr/>
          <p:nvPr userDrawn="1"/>
        </p:nvSpPr>
        <p:spPr>
          <a:xfrm>
            <a:off x="1826490" y="2201389"/>
            <a:ext cx="144061" cy="137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6A37EEB1-C672-3128-838F-F611CF9CE0B6}"/>
              </a:ext>
            </a:extLst>
          </p:cNvPr>
          <p:cNvSpPr/>
          <p:nvPr userDrawn="1"/>
        </p:nvSpPr>
        <p:spPr>
          <a:xfrm>
            <a:off x="1826490" y="2634008"/>
            <a:ext cx="144061" cy="137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4D9ACE2-96B1-6DFD-8D0D-BF527C80FFFA}"/>
              </a:ext>
            </a:extLst>
          </p:cNvPr>
          <p:cNvSpPr/>
          <p:nvPr userDrawn="1"/>
        </p:nvSpPr>
        <p:spPr>
          <a:xfrm>
            <a:off x="1826490" y="3056795"/>
            <a:ext cx="144061" cy="137160"/>
          </a:xfrm>
          <a:prstGeom prst="rect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05798129"/>
      </p:ext>
    </p:extLst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m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oup 3">
            <a:extLst>
              <a:ext uri="{FF2B5EF4-FFF2-40B4-BE49-F238E27FC236}">
                <a16:creationId xmlns:a16="http://schemas.microsoft.com/office/drawing/2014/main" id="{8EF7E7FE-161C-1621-6150-3632C1A9CE7D}"/>
              </a:ext>
            </a:extLst>
          </p:cNvPr>
          <p:cNvGrpSpPr/>
          <p:nvPr userDrawn="1"/>
        </p:nvGrpSpPr>
        <p:grpSpPr>
          <a:xfrm>
            <a:off x="3035300" y="2171699"/>
            <a:ext cx="6120841" cy="1825149"/>
            <a:chOff x="11074630" y="5946246"/>
            <a:chExt cx="911089" cy="271674"/>
          </a:xfrm>
        </p:grpSpPr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9FF9BA49-6480-3B28-769B-38A4F05CEB71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7E7CBCA5-3183-D716-0C70-808826A7A8F5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E17CC162-0CDA-B675-8D14-BCF0C26475FE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7F17E801-6DED-3E1B-FE8E-9E34E980B2A9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5518CEB9-5C35-B9BB-E050-764B8E1EEAD7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551EC86-42A7-0BD2-DF5F-8556C97D86A3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439CC110-D973-407B-160C-4C76EB949D16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9ABECC8-9BFF-94F7-5B1F-2F15643C98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4CF6CF7-E1E0-67DC-469D-A01272979F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B71F7B46-5447-BE96-BA00-AE43C39189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1061938"/>
      </p:ext>
    </p:extLst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heme Purpl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9D65AD-CAD6-5A52-B275-D078D33296D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EA6AAE02-3BA5-D8B7-7251-21D4DA9B28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E8159697-EFC4-6E39-DBE9-4DDFE497337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B9B15462-CC88-CAEE-D663-19BBBEEBD506}"/>
              </a:ext>
            </a:extLst>
          </p:cNvPr>
          <p:cNvGrpSpPr/>
          <p:nvPr userDrawn="1"/>
        </p:nvGrpSpPr>
        <p:grpSpPr>
          <a:xfrm>
            <a:off x="3035300" y="2171699"/>
            <a:ext cx="6120841" cy="1825149"/>
            <a:chOff x="11074630" y="5946246"/>
            <a:chExt cx="911089" cy="271674"/>
          </a:xfrm>
          <a:solidFill>
            <a:schemeClr val="bg1"/>
          </a:solidFill>
        </p:grpSpPr>
        <p:sp>
          <p:nvSpPr>
            <p:cNvPr id="4" name="Freeform: Shape 3">
              <a:extLst>
                <a:ext uri="{FF2B5EF4-FFF2-40B4-BE49-F238E27FC236}">
                  <a16:creationId xmlns:a16="http://schemas.microsoft.com/office/drawing/2014/main" id="{AC046DD5-840F-3F44-44EC-D6BC41B5A888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5" name="Freeform: Shape 4">
              <a:extLst>
                <a:ext uri="{FF2B5EF4-FFF2-40B4-BE49-F238E27FC236}">
                  <a16:creationId xmlns:a16="http://schemas.microsoft.com/office/drawing/2014/main" id="{17C787E7-0C29-CAC4-DE0B-0368B0D81F14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C8494EEC-76AD-F7D6-88E5-40FE91B23FE5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EA55D20E-CC35-2045-0CC5-3928672E4663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A6CDC61E-C84E-8A01-44A7-DE7EC4FF561C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1B3932A9-39F7-99CF-6CFB-211EBE2478C4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B9E1B41A-75BA-76C6-2CD0-334F2D18F9BC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76774556"/>
      </p:ext>
    </p:extLst>
  </p:cSld>
  <p:clrMapOvr>
    <a:masterClrMapping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>
            <a:extLst>
              <a:ext uri="{FF2B5EF4-FFF2-40B4-BE49-F238E27FC236}">
                <a16:creationId xmlns:a16="http://schemas.microsoft.com/office/drawing/2014/main" id="{A3C08197-5484-277D-7AE3-A725D51F85D4}"/>
              </a:ext>
            </a:extLst>
          </p:cNvPr>
          <p:cNvGrpSpPr/>
          <p:nvPr userDrawn="1"/>
        </p:nvGrpSpPr>
        <p:grpSpPr>
          <a:xfrm>
            <a:off x="10408962" y="6131833"/>
            <a:ext cx="1549676" cy="462092"/>
            <a:chOff x="11074630" y="5946246"/>
            <a:chExt cx="911089" cy="271674"/>
          </a:xfrm>
        </p:grpSpPr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127C715E-6F55-1045-DCB3-118A8CB0B74B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BDD62EFA-5517-D2BE-4C4C-60514C7C22A7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D6AB7D9F-9895-A614-1095-A0A933CE2CB5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0E4ECC3F-F6CC-28DE-A8F5-477A4A8E8160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490418F3-B9E4-CBE1-846E-781CB1B3D2FD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DACAC5E-33A2-0ED8-46A6-26F78FA2D853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0693BD0-2206-8EF2-5A36-80C66185370A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962E6D14-C103-CDC1-F78C-13EBBB4F25B8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7" name="Title 1">
            <a:extLst>
              <a:ext uri="{FF2B5EF4-FFF2-40B4-BE49-F238E27FC236}">
                <a16:creationId xmlns:a16="http://schemas.microsoft.com/office/drawing/2014/main" id="{EFCC516B-E122-4FD1-BCFB-950A40436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685014" y="2103120"/>
            <a:ext cx="10812544" cy="1681544"/>
          </a:xfrm>
        </p:spPr>
        <p:txBody>
          <a:bodyPr vert="horz" lIns="91440" rIns="91440" anchor="b">
            <a:noAutofit/>
          </a:bodyPr>
          <a:lstStyle>
            <a:lvl1pPr algn="ctr"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Layout</a:t>
            </a:r>
            <a:br>
              <a:rPr lang="en-US"/>
            </a:br>
            <a:r>
              <a:rPr lang="en-US"/>
              <a:t>Title Goes Here</a:t>
            </a:r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75617103-2C8B-16AA-D9C4-99FC08F54C28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685014" y="3840480"/>
            <a:ext cx="10812544" cy="1067765"/>
          </a:xfrm>
        </p:spPr>
        <p:txBody>
          <a:bodyPr lIns="91440" rIns="91440"/>
          <a:lstStyle>
            <a:lvl1pPr marL="0" indent="0" algn="ctr">
              <a:buNone/>
              <a:defRPr sz="280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Here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E4B4162-F823-B088-69DA-C55BDB929BA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47FC45A-96C2-AA8C-6236-FF429BB8F50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D3472-9A5D-760A-9970-4D4536DFC23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53887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Title Slide Purpl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itle 1">
            <a:extLst>
              <a:ext uri="{FF2B5EF4-FFF2-40B4-BE49-F238E27FC236}">
                <a16:creationId xmlns:a16="http://schemas.microsoft.com/office/drawing/2014/main" id="{EFCC516B-E122-4FD1-BCFB-950A40436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 bwMode="white">
          <a:xfrm>
            <a:off x="684229" y="2103120"/>
            <a:ext cx="10812544" cy="1681544"/>
          </a:xfrm>
        </p:spPr>
        <p:txBody>
          <a:bodyPr vert="horz" lIns="91440" rIns="91440" anchor="b">
            <a:noAutofit/>
          </a:bodyPr>
          <a:lstStyle>
            <a:lvl1pPr algn="ctr">
              <a:defRPr sz="6000" b="1">
                <a:solidFill>
                  <a:schemeClr val="bg1"/>
                </a:solidFill>
                <a:latin typeface="+mn-lt"/>
                <a:ea typeface="+mj-ea"/>
                <a:cs typeface="+mj-cs"/>
              </a:defRPr>
            </a:lvl1pPr>
          </a:lstStyle>
          <a:p>
            <a:r>
              <a:rPr lang="en-US"/>
              <a:t>Title Layout</a:t>
            </a:r>
            <a:br>
              <a:rPr lang="en-US"/>
            </a:br>
            <a:r>
              <a:rPr lang="en-US"/>
              <a:t>Title Goes Here</a:t>
            </a:r>
          </a:p>
        </p:txBody>
      </p:sp>
      <p:sp>
        <p:nvSpPr>
          <p:cNvPr id="19" name="Subtitle 2">
            <a:extLst>
              <a:ext uri="{FF2B5EF4-FFF2-40B4-BE49-F238E27FC236}">
                <a16:creationId xmlns:a16="http://schemas.microsoft.com/office/drawing/2014/main" id="{263C3898-E2D2-4879-8325-10F61C0CB84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 bwMode="white">
          <a:xfrm>
            <a:off x="684229" y="3840480"/>
            <a:ext cx="10812544" cy="1067765"/>
          </a:xfrm>
        </p:spPr>
        <p:txBody>
          <a:bodyPr lIns="91440" rIns="91440"/>
          <a:lstStyle>
            <a:lvl1pPr marL="0" indent="0" algn="ctr">
              <a:buNone/>
              <a:defRPr sz="2800">
                <a:solidFill>
                  <a:schemeClr val="bg1"/>
                </a:solidFill>
                <a:latin typeface="IBM Plex Sans Medium" panose="020B0603050203000203" pitchFamily="34" charset="0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Add Subtitle Here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5FA2D38-2396-419B-D1E8-2593971D846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978A53C6-46FF-2529-EC31-2AC94CF006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9CE166E-0F1C-14ED-250D-1AC7A22337A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5BC6ADC3-0EFB-4894-5F6E-732FFF649A73}"/>
              </a:ext>
            </a:extLst>
          </p:cNvPr>
          <p:cNvGrpSpPr/>
          <p:nvPr userDrawn="1"/>
        </p:nvGrpSpPr>
        <p:grpSpPr>
          <a:xfrm>
            <a:off x="10408962" y="6131833"/>
            <a:ext cx="1549676" cy="462092"/>
            <a:chOff x="11074630" y="5946246"/>
            <a:chExt cx="911089" cy="271674"/>
          </a:xfrm>
          <a:solidFill>
            <a:schemeClr val="bg1"/>
          </a:solidFill>
        </p:grpSpPr>
        <p:sp>
          <p:nvSpPr>
            <p:cNvPr id="6" name="Freeform: Shape 5">
              <a:extLst>
                <a:ext uri="{FF2B5EF4-FFF2-40B4-BE49-F238E27FC236}">
                  <a16:creationId xmlns:a16="http://schemas.microsoft.com/office/drawing/2014/main" id="{474962E9-0216-5EA4-EE45-01FF30622C2C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8" name="Freeform: Shape 7">
              <a:extLst>
                <a:ext uri="{FF2B5EF4-FFF2-40B4-BE49-F238E27FC236}">
                  <a16:creationId xmlns:a16="http://schemas.microsoft.com/office/drawing/2014/main" id="{6456954D-5FDE-A9E0-8674-4259ABA1BC98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9" name="Freeform: Shape 8">
              <a:extLst>
                <a:ext uri="{FF2B5EF4-FFF2-40B4-BE49-F238E27FC236}">
                  <a16:creationId xmlns:a16="http://schemas.microsoft.com/office/drawing/2014/main" id="{59284F22-C4FD-E199-C133-CC955BFE74F3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4A35389F-6F1B-2561-0738-640DA9F4348F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99EA730F-29AD-8FA0-27C8-254ECF5935AB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2BBA7867-792E-8613-2566-D8E8150B1382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82C28627-33C0-ACB9-6E20-418B06CA411D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3563346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Agenda Purpl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ADDB-2DD6-77EB-DC6F-884F589BD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459044" y="457200"/>
            <a:ext cx="4984826" cy="5760720"/>
          </a:xfrm>
        </p:spPr>
        <p:txBody>
          <a:bodyPr lIns="274320" tIns="0" anchor="ctr"/>
          <a:lstStyle>
            <a:lvl1pPr algn="l">
              <a:defRPr sz="6000" b="1">
                <a:solidFill>
                  <a:schemeClr val="bg1"/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4276-62D1-005C-8224-E7EE981B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5730950" y="457200"/>
            <a:ext cx="6002006" cy="5760720"/>
          </a:xfrm>
        </p:spPr>
        <p:txBody>
          <a:bodyPr tIns="91440" rIns="0" bIns="91440" anchor="ctr"/>
          <a:lstStyle>
            <a:lvl1pPr marL="344488" indent="-344488">
              <a:spcBef>
                <a:spcPts val="1800"/>
              </a:spcBef>
              <a:buClr>
                <a:schemeClr val="accent3"/>
              </a:buClr>
              <a:buFont typeface="IBM Plex Sans" panose="020B0503050203000203" pitchFamily="34" charset="0"/>
              <a:buChar char="•"/>
              <a:defRPr sz="3600" b="0">
                <a:solidFill>
                  <a:schemeClr val="bg1"/>
                </a:solidFill>
                <a:latin typeface="IBM Plex Sans Medium" panose="020B0604020202020204" pitchFamily="34" charset="0"/>
              </a:defRPr>
            </a:lvl1pPr>
          </a:lstStyle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BFBDEA33-B167-730C-A140-CA976ADB4EAB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white">
          <a:xfrm>
            <a:off x="11119839" y="6309360"/>
            <a:ext cx="865880" cy="274320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FA58D54-60F2-F779-E430-BBC914C12D01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6A1762-A3F8-FADE-CB22-D28336B32313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02B8BB8-0F00-6492-B6AB-CFA570DE3A85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4794516"/>
      </p:ext>
    </p:extLst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Agenda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45AADDB-2DD6-77EB-DC6F-884F589BD72C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32760"/>
            <a:ext cx="11273991" cy="1188720"/>
          </a:xfrm>
        </p:spPr>
        <p:txBody>
          <a:bodyPr lIns="0" tIns="0" anchor="b"/>
          <a:lstStyle>
            <a:lvl1pPr algn="l">
              <a:defRPr sz="48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944C4276-62D1-005C-8224-E7EE981B4E4D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457200" y="1617298"/>
            <a:ext cx="7206792" cy="4600622"/>
          </a:xfrm>
        </p:spPr>
        <p:txBody>
          <a:bodyPr lIns="274320" tIns="91440" rIns="0" bIns="91440" anchor="t"/>
          <a:lstStyle>
            <a:lvl1pPr marL="457200" indent="-457200">
              <a:spcBef>
                <a:spcPts val="1800"/>
              </a:spcBef>
              <a:buClr>
                <a:schemeClr val="accent1"/>
              </a:buClr>
              <a:buFont typeface="IBM Plex Sans" panose="020B0503050203000203" pitchFamily="34" charset="0"/>
              <a:buChar char="•"/>
              <a:defRPr sz="3600" b="0">
                <a:solidFill>
                  <a:schemeClr val="tx1">
                    <a:lumMod val="95000"/>
                    <a:lumOff val="5000"/>
                  </a:schemeClr>
                </a:solidFill>
                <a:latin typeface="IBM Plex Sans Medium" panose="020B0604020202020204" pitchFamily="34" charset="0"/>
              </a:defRPr>
            </a:lvl1pPr>
          </a:lstStyle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  <a:p>
            <a:pPr lvl="0"/>
            <a:r>
              <a:rPr lang="en-US"/>
              <a:t>Lorem Ipsum</a:t>
            </a:r>
          </a:p>
        </p:txBody>
      </p:sp>
      <p:sp>
        <p:nvSpPr>
          <p:cNvPr id="12" name="Graphic 10">
            <a:extLst>
              <a:ext uri="{FF2B5EF4-FFF2-40B4-BE49-F238E27FC236}">
                <a16:creationId xmlns:a16="http://schemas.microsoft.com/office/drawing/2014/main" id="{064B9F26-42B5-F75C-CAF3-D12D2DE3403E}"/>
              </a:ext>
            </a:extLst>
          </p:cNvPr>
          <p:cNvSpPr/>
          <p:nvPr/>
        </p:nvSpPr>
        <p:spPr>
          <a:xfrm>
            <a:off x="7794417" y="1617298"/>
            <a:ext cx="3502325" cy="4510786"/>
          </a:xfrm>
          <a:prstGeom prst="roundRect">
            <a:avLst>
              <a:gd name="adj" fmla="val 9677"/>
            </a:avLst>
          </a:prstGeom>
          <a:blipFill>
            <a:blip r:embed="rId2"/>
            <a:stretch>
              <a:fillRect/>
            </a:stretch>
          </a:blip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7D00F08-0287-B7DA-15A0-6E1CB46A4878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1949BE9-FBF2-C788-0DBF-3DF329B4EB7D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8655BC9-6D36-BE34-EFBD-89A489D85390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08924936"/>
      </p:ext>
    </p:extLst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15">
            <a:extLst>
              <a:ext uri="{FF2B5EF4-FFF2-40B4-BE49-F238E27FC236}">
                <a16:creationId xmlns:a16="http://schemas.microsoft.com/office/drawing/2014/main" id="{ADAA4FDC-493F-2A7B-22E1-50874AA3727D}"/>
              </a:ext>
            </a:extLst>
          </p:cNvPr>
          <p:cNvSpPr/>
          <p:nvPr userDrawn="1"/>
        </p:nvSpPr>
        <p:spPr bwMode="ltGray">
          <a:xfrm>
            <a:off x="6749510" y="0"/>
            <a:ext cx="5442489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5BE916E3-3937-7124-44A4-C921511EB9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194884" y="464020"/>
            <a:ext cx="4532904" cy="1698461"/>
          </a:xfrm>
        </p:spPr>
        <p:txBody>
          <a:bodyPr lIns="0" tIns="0" rIns="0"/>
          <a:lstStyle>
            <a:lvl1pPr>
              <a:defRPr sz="4000" b="1">
                <a:solidFill>
                  <a:schemeClr val="bg1"/>
                </a:solidFill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2E4A6AB8-A9CE-F77B-1EF4-246C09F32DC0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>
          <a:xfrm>
            <a:off x="7194525" y="2482522"/>
            <a:ext cx="4532904" cy="3663136"/>
          </a:xfrm>
        </p:spPr>
        <p:txBody>
          <a:bodyPr lIns="0" tIns="0" rIns="0" bIns="0"/>
          <a:lstStyle>
            <a:lvl1pPr marL="0" indent="0">
              <a:lnSpc>
                <a:spcPct val="120000"/>
              </a:lnSpc>
              <a:buNone/>
              <a:defRPr sz="1800">
                <a:solidFill>
                  <a:schemeClr val="bg1"/>
                </a:solidFill>
                <a:latin typeface="IBM Plex Sans Medium" panose="020B0603050203000203" pitchFamily="34" charset="0"/>
              </a:defRPr>
            </a:lvl1pPr>
            <a:lvl2pPr marL="228600" indent="0">
              <a:buNone/>
              <a:defRPr>
                <a:solidFill>
                  <a:schemeClr val="bg1"/>
                </a:solidFill>
              </a:defRPr>
            </a:lvl2pPr>
            <a:lvl3pPr marL="457200" indent="0">
              <a:buNone/>
              <a:defRPr>
                <a:solidFill>
                  <a:schemeClr val="bg1"/>
                </a:solidFill>
              </a:defRPr>
            </a:lvl3pPr>
            <a:lvl4pPr marL="685800" indent="0">
              <a:buNone/>
              <a:defRPr>
                <a:solidFill>
                  <a:schemeClr val="bg1"/>
                </a:solidFill>
              </a:defRPr>
            </a:lvl4pPr>
            <a:lvl5pPr marL="914400" indent="0"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Add text here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3BE738F7-CFC3-2816-4EEC-12E34A974DE5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11119839" y="6309360"/>
            <a:ext cx="865880" cy="274320"/>
          </a:xfrm>
          <a:prstGeom prst="rect">
            <a:avLst/>
          </a:prstGeom>
        </p:spPr>
      </p:pic>
      <p:sp>
        <p:nvSpPr>
          <p:cNvPr id="27" name="Picture Placeholder 6">
            <a:extLst>
              <a:ext uri="{FF2B5EF4-FFF2-40B4-BE49-F238E27FC236}">
                <a16:creationId xmlns:a16="http://schemas.microsoft.com/office/drawing/2014/main" id="{552D9574-4BA4-5A70-D47A-05C12D736006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60120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29" name="Text Placeholder 10">
            <a:extLst>
              <a:ext uri="{FF2B5EF4-FFF2-40B4-BE49-F238E27FC236}">
                <a16:creationId xmlns:a16="http://schemas.microsoft.com/office/drawing/2014/main" id="{D0D81E9D-4A45-8287-84D6-B1BB42ED9A38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409471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30" name="Text Placeholder 10">
            <a:extLst>
              <a:ext uri="{FF2B5EF4-FFF2-40B4-BE49-F238E27FC236}">
                <a16:creationId xmlns:a16="http://schemas.microsoft.com/office/drawing/2014/main" id="{DC97216F-711F-1E58-551E-A3B7A1D9BBE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3749040"/>
            <a:ext cx="2286000" cy="215035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31" name="Text Placeholder 14">
            <a:extLst>
              <a:ext uri="{FF2B5EF4-FFF2-40B4-BE49-F238E27FC236}">
                <a16:creationId xmlns:a16="http://schemas.microsoft.com/office/drawing/2014/main" id="{EA194BFB-5464-15F8-D1EE-AF9719944507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" y="4114800"/>
            <a:ext cx="2286000" cy="2015408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" name="Picture Placeholder 6">
            <a:extLst>
              <a:ext uri="{FF2B5EF4-FFF2-40B4-BE49-F238E27FC236}">
                <a16:creationId xmlns:a16="http://schemas.microsoft.com/office/drawing/2014/main" id="{9BB86202-6FE6-32C3-EEF7-2A3CF3E700B8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3809095" y="1366359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C99BC7E6-E4D4-D614-ED39-B63A82F9434C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3534775" y="3420104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70922F1E-2FDB-1465-9BF6-22505A170B5C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3534775" y="3749040"/>
            <a:ext cx="2286000" cy="215035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320CDEDF-90CE-0A90-5F0D-64B3124821EF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3534775" y="4114800"/>
            <a:ext cx="2286000" cy="2015408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91116581-C54D-252A-CEA2-4FB9368F87CA}"/>
              </a:ext>
            </a:extLst>
          </p:cNvPr>
          <p:cNvSpPr>
            <a:spLocks noGrp="1"/>
          </p:cNvSpPr>
          <p:nvPr>
            <p:ph type="dt" sz="half" idx="2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23DB0470-3496-C348-3F8D-3F3355B0E961}"/>
              </a:ext>
            </a:extLst>
          </p:cNvPr>
          <p:cNvSpPr>
            <a:spLocks noGrp="1"/>
          </p:cNvSpPr>
          <p:nvPr>
            <p:ph type="ftr" sz="quarter" idx="2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29D73C-02C1-0F4D-28EE-CEAB791D95D4}"/>
              </a:ext>
            </a:extLst>
          </p:cNvPr>
          <p:cNvSpPr>
            <a:spLocks noGrp="1"/>
          </p:cNvSpPr>
          <p:nvPr>
            <p:ph type="sldNum" sz="quarter" idx="24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03585006"/>
      </p:ext>
    </p:extLst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Freeform: Shape 4">
            <a:extLst>
              <a:ext uri="{FF2B5EF4-FFF2-40B4-BE49-F238E27FC236}">
                <a16:creationId xmlns:a16="http://schemas.microsoft.com/office/drawing/2014/main" id="{8C61B166-0348-80B7-2E4D-6CC30957F529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437B49-CCC4-0273-92F2-B84A084097D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60120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3CF61813-70BF-50E5-CA71-0021731707F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9343242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49F3E726-4E6F-0609-ED68-FA29C6997B1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5227320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AB600111-F272-1919-7E8C-D1E6895BBCC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799" y="3409471"/>
            <a:ext cx="2560319" cy="320040"/>
          </a:xfrm>
        </p:spPr>
        <p:txBody>
          <a:bodyPr lIns="0" tIns="0" rIns="0" bIns="0" anchor="t"/>
          <a:lstStyle>
            <a:lvl1pPr marL="0" indent="0">
              <a:buFont typeface="IBM Plex Sans" panose="020B0503050203000203" pitchFamily="34" charset="0"/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019B0F65-B19F-37C7-DA6F-87BC2757E237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3749040"/>
            <a:ext cx="2560319" cy="215035"/>
          </a:xfrm>
        </p:spPr>
        <p:txBody>
          <a:bodyPr lIns="0" tIns="0" rIns="0" bIns="0" anchor="ctr"/>
          <a:lstStyle>
            <a:lvl1pPr marL="0" indent="0">
              <a:buFont typeface="IBM Plex Sans" panose="020B0503050203000203" pitchFamily="34" charset="0"/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0" name="Text Placeholder 14">
            <a:extLst>
              <a:ext uri="{FF2B5EF4-FFF2-40B4-BE49-F238E27FC236}">
                <a16:creationId xmlns:a16="http://schemas.microsoft.com/office/drawing/2014/main" id="{98AED877-372B-9610-0C89-5C48EAB6ABA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797" y="4114800"/>
            <a:ext cx="2560317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Font typeface="IBM Plex Sans" panose="020B0503050203000203" pitchFamily="34" charset="0"/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DB3C79C5-252D-2FE7-3761-1685A72139C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4815840" y="3410712"/>
            <a:ext cx="256032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0" name="Text Placeholder 10">
            <a:extLst>
              <a:ext uri="{FF2B5EF4-FFF2-40B4-BE49-F238E27FC236}">
                <a16:creationId xmlns:a16="http://schemas.microsoft.com/office/drawing/2014/main" id="{AC0D7343-A5FA-0559-8EA0-FE0814756BFB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815840" y="3749040"/>
            <a:ext cx="256032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1" name="Text Placeholder 14">
            <a:extLst>
              <a:ext uri="{FF2B5EF4-FFF2-40B4-BE49-F238E27FC236}">
                <a16:creationId xmlns:a16="http://schemas.microsoft.com/office/drawing/2014/main" id="{6670A8DF-0083-8158-459C-D698CADFE3A1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815840" y="4114800"/>
            <a:ext cx="256032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3" name="Text Placeholder 10">
            <a:extLst>
              <a:ext uri="{FF2B5EF4-FFF2-40B4-BE49-F238E27FC236}">
                <a16:creationId xmlns:a16="http://schemas.microsoft.com/office/drawing/2014/main" id="{6749AB0B-20E1-E678-1D57-1239635A939B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931762" y="3410712"/>
            <a:ext cx="256032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24" name="Text Placeholder 10">
            <a:extLst>
              <a:ext uri="{FF2B5EF4-FFF2-40B4-BE49-F238E27FC236}">
                <a16:creationId xmlns:a16="http://schemas.microsoft.com/office/drawing/2014/main" id="{B950AC57-A236-AF1C-7FF5-C4C419874E47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8931762" y="3749040"/>
            <a:ext cx="256032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25" name="Text Placeholder 14">
            <a:extLst>
              <a:ext uri="{FF2B5EF4-FFF2-40B4-BE49-F238E27FC236}">
                <a16:creationId xmlns:a16="http://schemas.microsoft.com/office/drawing/2014/main" id="{E2C3BEC5-21AD-3C89-9DC7-5C339242605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8931762" y="4114800"/>
            <a:ext cx="256032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0ADFA342-5F1C-94AA-343B-D9E770B15A4B}"/>
              </a:ext>
            </a:extLst>
          </p:cNvPr>
          <p:cNvSpPr>
            <a:spLocks noGrp="1"/>
          </p:cNvSpPr>
          <p:nvPr>
            <p:ph type="dt" sz="half" idx="3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D3FD479-BD73-9AD3-7BC5-D47F0925639E}"/>
              </a:ext>
            </a:extLst>
          </p:cNvPr>
          <p:cNvSpPr>
            <a:spLocks noGrp="1"/>
          </p:cNvSpPr>
          <p:nvPr>
            <p:ph type="ftr" sz="quarter" idx="3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972AD83-D075-FCA4-C72C-3450FB3B59A5}"/>
              </a:ext>
            </a:extLst>
          </p:cNvPr>
          <p:cNvSpPr>
            <a:spLocks noGrp="1"/>
          </p:cNvSpPr>
          <p:nvPr>
            <p:ph type="sldNum" sz="quarter" idx="3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7953582"/>
      </p:ext>
    </p:extLst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2CFF29E-49F2-063B-88AD-2850C36742ED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8" name="Picture Placeholder 6">
            <a:extLst>
              <a:ext uri="{FF2B5EF4-FFF2-40B4-BE49-F238E27FC236}">
                <a16:creationId xmlns:a16="http://schemas.microsoft.com/office/drawing/2014/main" id="{CE7C895A-C069-C65F-DAA4-B386A31D422A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960120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02C55858-D3F5-ED8D-ED12-3E9CD63AA752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409471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6" name="Text Placeholder 10">
            <a:extLst>
              <a:ext uri="{FF2B5EF4-FFF2-40B4-BE49-F238E27FC236}">
                <a16:creationId xmlns:a16="http://schemas.microsoft.com/office/drawing/2014/main" id="{A8A6EBC9-CED9-FA25-CE27-BC2D7B21B270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3749040"/>
            <a:ext cx="228600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7" name="Text Placeholder 14">
            <a:extLst>
              <a:ext uri="{FF2B5EF4-FFF2-40B4-BE49-F238E27FC236}">
                <a16:creationId xmlns:a16="http://schemas.microsoft.com/office/drawing/2014/main" id="{9706D2DA-62F8-9BAC-EB55-27D1624A394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798" y="4114800"/>
            <a:ext cx="228600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8" name="Picture Placeholder 6">
            <a:extLst>
              <a:ext uri="{FF2B5EF4-FFF2-40B4-BE49-F238E27FC236}">
                <a16:creationId xmlns:a16="http://schemas.microsoft.com/office/drawing/2014/main" id="{6778A4DE-20B0-EDD0-98D2-2ACDAF712D67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796571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73" name="Picture Placeholder 6">
            <a:extLst>
              <a:ext uri="{FF2B5EF4-FFF2-40B4-BE49-F238E27FC236}">
                <a16:creationId xmlns:a16="http://schemas.microsoft.com/office/drawing/2014/main" id="{2CC623CD-B739-37E4-40BA-41B3068D5442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6658071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75" name="Text Placeholder 10">
            <a:extLst>
              <a:ext uri="{FF2B5EF4-FFF2-40B4-BE49-F238E27FC236}">
                <a16:creationId xmlns:a16="http://schemas.microsoft.com/office/drawing/2014/main" id="{FE430061-CC5A-AEE5-2F54-B7EB02B2E3C8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6383751" y="3409471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76" name="Text Placeholder 10">
            <a:extLst>
              <a:ext uri="{FF2B5EF4-FFF2-40B4-BE49-F238E27FC236}">
                <a16:creationId xmlns:a16="http://schemas.microsoft.com/office/drawing/2014/main" id="{9E04285A-304D-8602-7DB6-48D532EFFAA3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383751" y="3749040"/>
            <a:ext cx="228600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77" name="Text Placeholder 14">
            <a:extLst>
              <a:ext uri="{FF2B5EF4-FFF2-40B4-BE49-F238E27FC236}">
                <a16:creationId xmlns:a16="http://schemas.microsoft.com/office/drawing/2014/main" id="{63902B63-3F07-9C65-80C6-EF5781DAC58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383751" y="4114800"/>
            <a:ext cx="228600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8" name="Picture Placeholder 6">
            <a:extLst>
              <a:ext uri="{FF2B5EF4-FFF2-40B4-BE49-F238E27FC236}">
                <a16:creationId xmlns:a16="http://schemas.microsoft.com/office/drawing/2014/main" id="{341FFC11-E1B6-ADF9-7639-053E71F594F6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480872" y="1355726"/>
            <a:ext cx="1737360" cy="173736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3" name="Text Placeholder 10">
            <a:extLst>
              <a:ext uri="{FF2B5EF4-FFF2-40B4-BE49-F238E27FC236}">
                <a16:creationId xmlns:a16="http://schemas.microsoft.com/office/drawing/2014/main" id="{9BAE298D-6848-284B-05FD-6DCA2EE0E95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3522251" y="3425975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D239A76F-18AA-B0A0-EC46-1EEE51614262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3522251" y="3749040"/>
            <a:ext cx="228600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" name="Text Placeholder 14">
            <a:extLst>
              <a:ext uri="{FF2B5EF4-FFF2-40B4-BE49-F238E27FC236}">
                <a16:creationId xmlns:a16="http://schemas.microsoft.com/office/drawing/2014/main" id="{7D2CC887-0D97-F60C-CCE8-5759C7BD6B15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3522251" y="4114800"/>
            <a:ext cx="228600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7" name="Text Placeholder 10">
            <a:extLst>
              <a:ext uri="{FF2B5EF4-FFF2-40B4-BE49-F238E27FC236}">
                <a16:creationId xmlns:a16="http://schemas.microsoft.com/office/drawing/2014/main" id="{267A3EBE-B781-7C84-B687-5A6A791EAB4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206554" y="3409471"/>
            <a:ext cx="22860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5881EAFE-34B9-BE0C-E562-DDC69D832123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9206554" y="3749040"/>
            <a:ext cx="2286000" cy="219456"/>
          </a:xfrm>
        </p:spPr>
        <p:txBody>
          <a:bodyPr lIns="0" tIns="0" rIns="0" bIns="0" anchor="ctr"/>
          <a:lstStyle>
            <a:lvl1pPr marL="0" indent="0">
              <a:buNone/>
              <a:defRPr sz="1600" cap="all" baseline="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F2D16D6C-B923-58E2-9316-0D7888E8F6CC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9206554" y="4114800"/>
            <a:ext cx="2286000" cy="2011680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10" name="Date Placeholder 9">
            <a:extLst>
              <a:ext uri="{FF2B5EF4-FFF2-40B4-BE49-F238E27FC236}">
                <a16:creationId xmlns:a16="http://schemas.microsoft.com/office/drawing/2014/main" id="{649594A0-CCBE-0417-C460-EC2B6B0E9B61}"/>
              </a:ext>
            </a:extLst>
          </p:cNvPr>
          <p:cNvSpPr>
            <a:spLocks noGrp="1"/>
          </p:cNvSpPr>
          <p:nvPr>
            <p:ph type="dt" sz="half" idx="4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97587AB9-66A3-D655-68E6-7FCE6B530458}"/>
              </a:ext>
            </a:extLst>
          </p:cNvPr>
          <p:cNvSpPr>
            <a:spLocks noGrp="1"/>
          </p:cNvSpPr>
          <p:nvPr>
            <p:ph type="ftr" sz="quarter" idx="4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15668790-CE05-A027-A096-264D5F9D0A39}"/>
              </a:ext>
            </a:extLst>
          </p:cNvPr>
          <p:cNvSpPr>
            <a:spLocks noGrp="1"/>
          </p:cNvSpPr>
          <p:nvPr>
            <p:ph type="sldNum" sz="quarter" idx="4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226200"/>
      </p:ext>
    </p:extLst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peaker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764D6C8B-EF3B-07F1-B5D9-923D25789876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2" name="Graphic 16">
            <a:extLst>
              <a:ext uri="{FF2B5EF4-FFF2-40B4-BE49-F238E27FC236}">
                <a16:creationId xmlns:a16="http://schemas.microsoft.com/office/drawing/2014/main" id="{63F74011-543F-3A88-9CD9-AA82275B88AA}"/>
              </a:ext>
            </a:extLst>
          </p:cNvPr>
          <p:cNvSpPr/>
          <p:nvPr userDrawn="1"/>
        </p:nvSpPr>
        <p:spPr>
          <a:xfrm>
            <a:off x="9275002" y="0"/>
            <a:ext cx="2916998" cy="620722"/>
          </a:xfrm>
          <a:custGeom>
            <a:avLst/>
            <a:gdLst>
              <a:gd name="connsiteX0" fmla="*/ 2916998 w 2916998"/>
              <a:gd name="connsiteY0" fmla="*/ 0 h 620722"/>
              <a:gd name="connsiteX1" fmla="*/ 2916998 w 2916998"/>
              <a:gd name="connsiteY1" fmla="*/ 620723 h 620722"/>
              <a:gd name="connsiteX2" fmla="*/ 620723 w 2916998"/>
              <a:gd name="connsiteY2" fmla="*/ 620723 h 620722"/>
              <a:gd name="connsiteX3" fmla="*/ 0 w 2916998"/>
              <a:gd name="connsiteY3" fmla="*/ 0 h 620722"/>
              <a:gd name="connsiteX4" fmla="*/ 2916998 w 2916998"/>
              <a:gd name="connsiteY4" fmla="*/ 0 h 62072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916998" h="620722">
                <a:moveTo>
                  <a:pt x="2916998" y="0"/>
                </a:moveTo>
                <a:lnTo>
                  <a:pt x="2916998" y="620723"/>
                </a:lnTo>
                <a:lnTo>
                  <a:pt x="620723" y="620723"/>
                </a:lnTo>
                <a:cubicBezTo>
                  <a:pt x="277930" y="620723"/>
                  <a:pt x="0" y="342793"/>
                  <a:pt x="0" y="0"/>
                </a:cubicBezTo>
                <a:lnTo>
                  <a:pt x="2916998" y="0"/>
                </a:lnTo>
                <a:close/>
              </a:path>
            </a:pathLst>
          </a:custGeom>
          <a:solidFill>
            <a:schemeClr val="accent1"/>
          </a:solidFill>
          <a:ln w="18103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7" name="Picture Placeholder 6">
            <a:extLst>
              <a:ext uri="{FF2B5EF4-FFF2-40B4-BE49-F238E27FC236}">
                <a16:creationId xmlns:a16="http://schemas.microsoft.com/office/drawing/2014/main" id="{CB437B49-CCC4-0273-92F2-B84A084097D3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77240" y="1355726"/>
            <a:ext cx="1645920" cy="164592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2F84C608-3D22-44F8-E6CC-BF1324C26877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685800" y="3410712"/>
            <a:ext cx="18288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18" name="Text Placeholder 10">
            <a:extLst>
              <a:ext uri="{FF2B5EF4-FFF2-40B4-BE49-F238E27FC236}">
                <a16:creationId xmlns:a16="http://schemas.microsoft.com/office/drawing/2014/main" id="{45AEF695-8514-315F-ED17-76E84BAFA225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685800" y="3749040"/>
            <a:ext cx="1828800" cy="219456"/>
          </a:xfrm>
        </p:spPr>
        <p:txBody>
          <a:bodyPr lIns="0" tIns="0" rIns="0" bIns="0" anchor="ctr"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19" name="Text Placeholder 14">
            <a:extLst>
              <a:ext uri="{FF2B5EF4-FFF2-40B4-BE49-F238E27FC236}">
                <a16:creationId xmlns:a16="http://schemas.microsoft.com/office/drawing/2014/main" id="{CEBF5EB6-C07B-3C4B-02BE-A9D51E75EAEE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85800" y="4114800"/>
            <a:ext cx="1828800" cy="2014891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0" name="Picture Placeholder 6">
            <a:extLst>
              <a:ext uri="{FF2B5EF4-FFF2-40B4-BE49-F238E27FC236}">
                <a16:creationId xmlns:a16="http://schemas.microsoft.com/office/drawing/2014/main" id="{3CF61813-70BF-50E5-CA71-0021731707FB}"/>
              </a:ext>
            </a:extLst>
          </p:cNvPr>
          <p:cNvSpPr>
            <a:spLocks noGrp="1"/>
          </p:cNvSpPr>
          <p:nvPr>
            <p:ph type="pic" sz="quarter" idx="17" hasCustomPrompt="1"/>
          </p:nvPr>
        </p:nvSpPr>
        <p:spPr>
          <a:xfrm>
            <a:off x="7514907" y="1355726"/>
            <a:ext cx="1645920" cy="164592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42" name="Text Placeholder 10">
            <a:extLst>
              <a:ext uri="{FF2B5EF4-FFF2-40B4-BE49-F238E27FC236}">
                <a16:creationId xmlns:a16="http://schemas.microsoft.com/office/drawing/2014/main" id="{9A161206-FEEF-989B-3727-70C39D6A91F1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423467" y="3410712"/>
            <a:ext cx="18288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3" name="Text Placeholder 10">
            <a:extLst>
              <a:ext uri="{FF2B5EF4-FFF2-40B4-BE49-F238E27FC236}">
                <a16:creationId xmlns:a16="http://schemas.microsoft.com/office/drawing/2014/main" id="{9DF06F8E-355E-EA8B-CFCD-B759FD89BE15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7423467" y="3749040"/>
            <a:ext cx="1828800" cy="219456"/>
          </a:xfrm>
        </p:spPr>
        <p:txBody>
          <a:bodyPr lIns="0" tIns="0" rIns="0" bIns="0" anchor="ctr"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4" name="Text Placeholder 14">
            <a:extLst>
              <a:ext uri="{FF2B5EF4-FFF2-40B4-BE49-F238E27FC236}">
                <a16:creationId xmlns:a16="http://schemas.microsoft.com/office/drawing/2014/main" id="{F3C810F5-1C7B-9664-15D8-30CC2189541D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7423467" y="4114800"/>
            <a:ext cx="1828800" cy="2014891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45" name="Picture Placeholder 6">
            <a:extLst>
              <a:ext uri="{FF2B5EF4-FFF2-40B4-BE49-F238E27FC236}">
                <a16:creationId xmlns:a16="http://schemas.microsoft.com/office/drawing/2014/main" id="{49F3E726-4E6F-0609-ED68-FA29C6997B1D}"/>
              </a:ext>
            </a:extLst>
          </p:cNvPr>
          <p:cNvSpPr>
            <a:spLocks noGrp="1"/>
          </p:cNvSpPr>
          <p:nvPr>
            <p:ph type="pic" sz="quarter" idx="22" hasCustomPrompt="1"/>
          </p:nvPr>
        </p:nvSpPr>
        <p:spPr>
          <a:xfrm>
            <a:off x="3023129" y="1355726"/>
            <a:ext cx="1645920" cy="164592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47" name="Text Placeholder 10">
            <a:extLst>
              <a:ext uri="{FF2B5EF4-FFF2-40B4-BE49-F238E27FC236}">
                <a16:creationId xmlns:a16="http://schemas.microsoft.com/office/drawing/2014/main" id="{E8EB2F5F-DB5E-0886-826F-2345A3651A47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931689" y="3410712"/>
            <a:ext cx="18288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48" name="Text Placeholder 10">
            <a:extLst>
              <a:ext uri="{FF2B5EF4-FFF2-40B4-BE49-F238E27FC236}">
                <a16:creationId xmlns:a16="http://schemas.microsoft.com/office/drawing/2014/main" id="{6DACBBD6-FE21-E4A9-8267-50870475DE90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1689" y="3749040"/>
            <a:ext cx="1828800" cy="219456"/>
          </a:xfrm>
        </p:spPr>
        <p:txBody>
          <a:bodyPr lIns="0" tIns="0" rIns="0" bIns="0" anchor="ctr"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49" name="Text Placeholder 14">
            <a:extLst>
              <a:ext uri="{FF2B5EF4-FFF2-40B4-BE49-F238E27FC236}">
                <a16:creationId xmlns:a16="http://schemas.microsoft.com/office/drawing/2014/main" id="{8E80E0A0-24DC-6CFA-68DB-60A85010273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2931689" y="4114800"/>
            <a:ext cx="1828800" cy="2014891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50" name="Picture Placeholder 6">
            <a:extLst>
              <a:ext uri="{FF2B5EF4-FFF2-40B4-BE49-F238E27FC236}">
                <a16:creationId xmlns:a16="http://schemas.microsoft.com/office/drawing/2014/main" id="{D3C86BC7-97B1-01C7-ABF8-BD4B59DB1060}"/>
              </a:ext>
            </a:extLst>
          </p:cNvPr>
          <p:cNvSpPr>
            <a:spLocks noGrp="1"/>
          </p:cNvSpPr>
          <p:nvPr>
            <p:ph type="pic" sz="quarter" idx="27" hasCustomPrompt="1"/>
          </p:nvPr>
        </p:nvSpPr>
        <p:spPr>
          <a:xfrm>
            <a:off x="5269018" y="1355726"/>
            <a:ext cx="1645920" cy="164592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52" name="Text Placeholder 10">
            <a:extLst>
              <a:ext uri="{FF2B5EF4-FFF2-40B4-BE49-F238E27FC236}">
                <a16:creationId xmlns:a16="http://schemas.microsoft.com/office/drawing/2014/main" id="{EF65ADE4-7B57-222D-D507-95AF043C2BF9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177578" y="3410712"/>
            <a:ext cx="18288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53" name="Text Placeholder 10">
            <a:extLst>
              <a:ext uri="{FF2B5EF4-FFF2-40B4-BE49-F238E27FC236}">
                <a16:creationId xmlns:a16="http://schemas.microsoft.com/office/drawing/2014/main" id="{5E616858-0C90-1820-ECA4-C957D020277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177578" y="3749040"/>
            <a:ext cx="1828800" cy="219456"/>
          </a:xfrm>
        </p:spPr>
        <p:txBody>
          <a:bodyPr lIns="0" tIns="0" rIns="0" bIns="0" anchor="ctr"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54" name="Text Placeholder 14">
            <a:extLst>
              <a:ext uri="{FF2B5EF4-FFF2-40B4-BE49-F238E27FC236}">
                <a16:creationId xmlns:a16="http://schemas.microsoft.com/office/drawing/2014/main" id="{B2B2254A-2843-39C4-FAC5-4995D1CC3D57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5177578" y="4114800"/>
            <a:ext cx="1828800" cy="2014891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" name="Picture Placeholder 6">
            <a:extLst>
              <a:ext uri="{FF2B5EF4-FFF2-40B4-BE49-F238E27FC236}">
                <a16:creationId xmlns:a16="http://schemas.microsoft.com/office/drawing/2014/main" id="{7F4EB3F7-B2A7-847D-8098-DBDAE81BF31C}"/>
              </a:ext>
            </a:extLst>
          </p:cNvPr>
          <p:cNvSpPr>
            <a:spLocks noGrp="1"/>
          </p:cNvSpPr>
          <p:nvPr>
            <p:ph type="pic" sz="quarter" idx="32" hasCustomPrompt="1"/>
          </p:nvPr>
        </p:nvSpPr>
        <p:spPr>
          <a:xfrm>
            <a:off x="9760796" y="1355726"/>
            <a:ext cx="1645920" cy="1645920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1600"/>
            </a:lvl1pPr>
          </a:lstStyle>
          <a:p>
            <a:r>
              <a:rPr lang="en-US"/>
              <a:t>Click to add Speaker photo</a:t>
            </a:r>
          </a:p>
        </p:txBody>
      </p:sp>
      <p:sp>
        <p:nvSpPr>
          <p:cNvPr id="6" name="Text Placeholder 10">
            <a:extLst>
              <a:ext uri="{FF2B5EF4-FFF2-40B4-BE49-F238E27FC236}">
                <a16:creationId xmlns:a16="http://schemas.microsoft.com/office/drawing/2014/main" id="{3C460205-9078-4059-F008-9C5A50690ABC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9669356" y="3410712"/>
            <a:ext cx="1828800" cy="320040"/>
          </a:xfrm>
        </p:spPr>
        <p:txBody>
          <a:bodyPr lIns="0" tIns="0" rIns="0" bIns="0" anchor="t"/>
          <a:lstStyle>
            <a:lvl1pPr marL="0" indent="0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pPr lvl="0"/>
            <a:r>
              <a:rPr lang="en-US"/>
              <a:t>Speaker Name</a:t>
            </a:r>
          </a:p>
        </p:txBody>
      </p:sp>
      <p:sp>
        <p:nvSpPr>
          <p:cNvPr id="8" name="Text Placeholder 10">
            <a:extLst>
              <a:ext uri="{FF2B5EF4-FFF2-40B4-BE49-F238E27FC236}">
                <a16:creationId xmlns:a16="http://schemas.microsoft.com/office/drawing/2014/main" id="{3562F43E-7FE4-6548-8EAD-0AC2E1D3EB40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669356" y="3749040"/>
            <a:ext cx="1828800" cy="219456"/>
          </a:xfrm>
        </p:spPr>
        <p:txBody>
          <a:bodyPr lIns="0" tIns="0" rIns="0" bIns="0" anchor="ctr"/>
          <a:lstStyle>
            <a:lvl1pPr marL="0" indent="0">
              <a:buNone/>
              <a:defRPr sz="1600">
                <a:solidFill>
                  <a:schemeClr val="accent1">
                    <a:lumMod val="50000"/>
                  </a:schemeClr>
                </a:solidFill>
                <a:latin typeface="+mn-lt"/>
              </a:defRPr>
            </a:lvl1pPr>
          </a:lstStyle>
          <a:p>
            <a:pPr lvl="0"/>
            <a:r>
              <a:rPr lang="en-US"/>
              <a:t>TITLE</a:t>
            </a:r>
          </a:p>
        </p:txBody>
      </p:sp>
      <p:sp>
        <p:nvSpPr>
          <p:cNvPr id="9" name="Text Placeholder 14">
            <a:extLst>
              <a:ext uri="{FF2B5EF4-FFF2-40B4-BE49-F238E27FC236}">
                <a16:creationId xmlns:a16="http://schemas.microsoft.com/office/drawing/2014/main" id="{0DEF17D8-DF4B-49F4-EB2D-A633DD74742F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69356" y="4114800"/>
            <a:ext cx="1828800" cy="2014891"/>
          </a:xfrm>
        </p:spPr>
        <p:txBody>
          <a:bodyPr lIns="0" tIns="0" rIns="0" bIns="0"/>
          <a:lstStyle>
            <a:lvl1pPr marL="0" indent="0">
              <a:lnSpc>
                <a:spcPct val="95000"/>
              </a:lnSpc>
              <a:spcBef>
                <a:spcPts val="600"/>
              </a:spcBef>
              <a:buNone/>
              <a:defRPr sz="1200"/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31A703B-212B-DB30-FC70-C62645A40156}"/>
              </a:ext>
            </a:extLst>
          </p:cNvPr>
          <p:cNvSpPr>
            <a:spLocks noGrp="1"/>
          </p:cNvSpPr>
          <p:nvPr>
            <p:ph type="dt" sz="half" idx="37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F4E0CC-EA4C-823F-53B1-1F26A556C58A}"/>
              </a:ext>
            </a:extLst>
          </p:cNvPr>
          <p:cNvSpPr>
            <a:spLocks noGrp="1"/>
          </p:cNvSpPr>
          <p:nvPr>
            <p:ph type="ftr" sz="quarter" idx="3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018ABF8C-910D-9656-2B3C-A101EC1E6A8D}"/>
              </a:ext>
            </a:extLst>
          </p:cNvPr>
          <p:cNvSpPr>
            <a:spLocks noGrp="1"/>
          </p:cNvSpPr>
          <p:nvPr>
            <p:ph type="sldNum" sz="quarter" idx="3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1523658"/>
      </p:ext>
    </p:extLst>
  </p:cSld>
  <p:clrMapOvr>
    <a:masterClrMapping/>
  </p:clrMapOvr>
  <p:transition>
    <p:fade/>
  </p:transition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8BB39F5A-064F-F149-AE9B-B387D6357651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5" name="Object 4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55318499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5" name="Object 4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EFCC516B-E122-4FD1-BCFB-950A404368F3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964470" y="1097280"/>
            <a:ext cx="4572000" cy="1463040"/>
          </a:xfrm>
        </p:spPr>
        <p:txBody>
          <a:bodyPr vert="horz" lIns="0" tIns="0" rIns="0" bIns="0" anchor="b">
            <a:noAutofit/>
          </a:bodyPr>
          <a:lstStyle>
            <a:lvl1pPr algn="l">
              <a:defRPr sz="4400" b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24" name="Picture Placeholder 23">
            <a:extLst>
              <a:ext uri="{FF2B5EF4-FFF2-40B4-BE49-F238E27FC236}">
                <a16:creationId xmlns:a16="http://schemas.microsoft.com/office/drawing/2014/main" id="{1ED8E1A5-AB94-C963-7101-8EDBE4153DEA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81942" y="1371600"/>
            <a:ext cx="4114800" cy="4114800"/>
          </a:xfrm>
          <a:prstGeom prst="roundRect">
            <a:avLst>
              <a:gd name="adj" fmla="val 9272"/>
            </a:avLst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01DEA48D-3F62-6E32-071A-7306A547358C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1964470" y="2834640"/>
            <a:ext cx="4572000" cy="2926080"/>
          </a:xfrm>
        </p:spPr>
        <p:txBody>
          <a:bodyPr vert="horz" lIns="0" tIns="0" rIns="0" bIns="91440" rtlCol="0">
            <a:noAutofit/>
          </a:bodyPr>
          <a:lstStyle>
            <a:lvl1pPr marL="0" indent="0">
              <a:lnSpc>
                <a:spcPct val="90000"/>
              </a:lnSpc>
              <a:buNone/>
              <a:defRPr lang="en-US" sz="1800" dirty="0"/>
            </a:lvl1pPr>
          </a:lstStyle>
          <a:p>
            <a:pPr marL="228600" marR="0" lvl="0" indent="-228600" algn="l" defTabSz="121917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Fifth level</a:t>
            </a:r>
          </a:p>
        </p:txBody>
      </p:sp>
      <p:sp>
        <p:nvSpPr>
          <p:cNvPr id="6" name="Title 1">
            <a:extLst>
              <a:ext uri="{FF2B5EF4-FFF2-40B4-BE49-F238E27FC236}">
                <a16:creationId xmlns:a16="http://schemas.microsoft.com/office/drawing/2014/main" id="{72158FD8-7012-08BF-C737-734D80684643}"/>
              </a:ext>
            </a:extLst>
          </p:cNvPr>
          <p:cNvSpPr txBox="1">
            <a:spLocks/>
          </p:cNvSpPr>
          <p:nvPr userDrawn="1"/>
        </p:nvSpPr>
        <p:spPr>
          <a:xfrm>
            <a:off x="689409" y="1050753"/>
            <a:ext cx="1032788" cy="16459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000" b="1" kern="1200" cap="none" baseline="0">
                <a:solidFill>
                  <a:schemeClr val="accent2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r"/>
            <a:r>
              <a:rPr lang="en-US" sz="6600">
                <a:solidFill>
                  <a:schemeClr val="accent1">
                    <a:lumMod val="50000"/>
                  </a:schemeClr>
                </a:solidFill>
              </a:rPr>
              <a:t>01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344D05F-954D-09F1-611F-086DE6266E2F}"/>
              </a:ext>
            </a:extLst>
          </p:cNvPr>
          <p:cNvSpPr>
            <a:spLocks noGrp="1"/>
          </p:cNvSpPr>
          <p:nvPr>
            <p:ph type="dt" sz="half" idx="12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11CB476-3B28-77FC-F2FA-C193AB3D8DEB}"/>
              </a:ext>
            </a:extLst>
          </p:cNvPr>
          <p:cNvSpPr>
            <a:spLocks noGrp="1"/>
          </p:cNvSpPr>
          <p:nvPr>
            <p:ph type="ftr" sz="quarter" idx="13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EF93DCD-A92B-1F38-1845-6872AD31073E}"/>
              </a:ext>
            </a:extLst>
          </p:cNvPr>
          <p:cNvSpPr>
            <a:spLocks noGrp="1"/>
          </p:cNvSpPr>
          <p:nvPr>
            <p:ph type="sldNum" sz="quarter" idx="14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99543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5EF4F7AF-091F-A98A-D049-939B531E1FC0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359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731520" y="1097279"/>
            <a:ext cx="5552161" cy="146304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4400" b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Picture Placeholder 6">
            <a:extLst>
              <a:ext uri="{FF2B5EF4-FFF2-40B4-BE49-F238E27FC236}">
                <a16:creationId xmlns:a16="http://schemas.microsoft.com/office/drawing/2014/main" id="{0092AB1F-CF96-52B8-1D0F-5F5CDD708C3C}"/>
              </a:ext>
            </a:extLst>
          </p:cNvPr>
          <p:cNvSpPr>
            <a:spLocks noGrp="1"/>
          </p:cNvSpPr>
          <p:nvPr>
            <p:ph type="pic" sz="quarter" idx="11" hasCustomPrompt="1"/>
          </p:nvPr>
        </p:nvSpPr>
        <p:spPr>
          <a:xfrm>
            <a:off x="7000645" y="1257300"/>
            <a:ext cx="4243766" cy="4243766"/>
          </a:xfrm>
          <a:prstGeom prst="ellipse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" name="Text Placeholder 25">
            <a:extLst>
              <a:ext uri="{FF2B5EF4-FFF2-40B4-BE49-F238E27FC236}">
                <a16:creationId xmlns:a16="http://schemas.microsoft.com/office/drawing/2014/main" id="{7E3B57FB-688F-0C57-1EB3-56CF3F45481F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731520" y="2743200"/>
            <a:ext cx="5552161" cy="2926080"/>
          </a:xfrm>
        </p:spPr>
        <p:txBody>
          <a:bodyPr vert="horz" lIns="0" tIns="0" rIns="0" bIns="91440" rtlCol="0">
            <a:noAutofit/>
          </a:bodyPr>
          <a:lstStyle>
            <a:lvl1pPr marL="0" indent="0">
              <a:lnSpc>
                <a:spcPct val="90000"/>
              </a:lnSpc>
              <a:spcBef>
                <a:spcPts val="600"/>
              </a:spcBef>
              <a:buFont typeface="IBM Plex Sans" panose="020B0503050203000203" pitchFamily="34" charset="0"/>
              <a:buNone/>
              <a:defRPr lang="en-US" sz="1600" dirty="0"/>
            </a:lvl1pPr>
            <a:lvl2pPr>
              <a:defRPr lang="en-US" sz="1400" dirty="0"/>
            </a:lvl2pPr>
            <a:lvl3pPr>
              <a:defRPr lang="en-US" sz="1200" dirty="0"/>
            </a:lvl3pPr>
            <a:lvl4pPr>
              <a:defRPr lang="en-US" sz="1100" dirty="0"/>
            </a:lvl4pPr>
            <a:lvl5pPr>
              <a:defRPr lang="en-US" sz="1050" dirty="0"/>
            </a:lvl5pPr>
          </a:lstStyle>
          <a:p>
            <a:pPr marL="228600" marR="0" lvl="0" indent="-228600" algn="l" defTabSz="121917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00A28DC-4EDE-497C-F840-7C4F8AF6BC11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0E2C94F-0EC9-E11C-BDF6-DF02B2DEB6C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83F67D9-AAE2-0416-4EE0-02FAA682796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51403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Intro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359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930751" y="1005839"/>
            <a:ext cx="5528766" cy="1503445"/>
          </a:xfrm>
          <a:prstGeom prst="rect">
            <a:avLst/>
          </a:prstGeom>
        </p:spPr>
        <p:txBody>
          <a:bodyPr vert="horz" lIns="0" tIns="45720" rIns="0" bIns="45720" rtlCol="0" anchor="b">
            <a:noAutofit/>
          </a:bodyPr>
          <a:lstStyle>
            <a:lvl1pPr>
              <a:defRPr sz="4400" b="1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85722EBC-8176-2081-5A3F-1276FD28E1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31520" y="1371600"/>
            <a:ext cx="4114800" cy="4114800"/>
          </a:xfrm>
          <a:prstGeom prst="roundRect">
            <a:avLst>
              <a:gd name="adj" fmla="val 5411"/>
            </a:avLst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r>
              <a:rPr lang="en-US"/>
              <a:t>Click to add photo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5267FFB-44D3-415C-09AF-BF233EDCF284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930751" y="3146299"/>
            <a:ext cx="5528765" cy="2705861"/>
          </a:xfrm>
        </p:spPr>
        <p:txBody>
          <a:bodyPr lIns="0" tIns="0" rIns="0"/>
          <a:lstStyle>
            <a:lvl1pPr marL="0" indent="0">
              <a:lnSpc>
                <a:spcPct val="120000"/>
              </a:lnSpc>
              <a:spcBef>
                <a:spcPts val="300"/>
              </a:spcBef>
              <a:buFont typeface="IBM Plex Sans" panose="020B0503050203000203" pitchFamily="34" charset="0"/>
              <a:buNone/>
              <a:defRPr sz="2000"/>
            </a:lvl1pPr>
            <a:lvl2pPr marL="514350" indent="-285750">
              <a:lnSpc>
                <a:spcPct val="120000"/>
              </a:lnSpc>
              <a:buFont typeface="IBM Plex Sans" panose="020B0503050203000203" pitchFamily="34" charset="0"/>
              <a:buChar char="–"/>
              <a:defRPr sz="1800"/>
            </a:lvl2pPr>
            <a:lvl3pPr marL="685800" indent="-228600">
              <a:lnSpc>
                <a:spcPct val="120000"/>
              </a:lnSpc>
              <a:buFont typeface="IBM Plex Sans" panose="020B0503050203000203" pitchFamily="34" charset="0"/>
              <a:buChar char="–"/>
              <a:defRPr sz="1600"/>
            </a:lvl3pPr>
            <a:lvl4pPr marL="914400" indent="-228600">
              <a:lnSpc>
                <a:spcPct val="120000"/>
              </a:lnSpc>
              <a:buFont typeface="IBM Plex Sans" panose="020B0503050203000203" pitchFamily="34" charset="0"/>
              <a:buChar char="–"/>
              <a:defRPr sz="1400"/>
            </a:lvl4pPr>
            <a:lvl5pPr marL="1085850" indent="-171450">
              <a:lnSpc>
                <a:spcPct val="120000"/>
              </a:lnSpc>
              <a:buFont typeface="IBM Plex Sans" panose="020B0503050203000203" pitchFamily="34" charset="0"/>
              <a:buChar char="–"/>
              <a:defRPr sz="1050"/>
            </a:lvl5pPr>
          </a:lstStyle>
          <a:p>
            <a:pPr marL="228600" marR="0" lvl="0" indent="-228600" algn="l" defTabSz="1219170" rtl="0" eaLnBrk="1" fontAlgn="auto" latinLnBrk="0" hangingPunct="1">
              <a:lnSpc>
                <a:spcPct val="90000"/>
              </a:lnSpc>
              <a:spcBef>
                <a:spcPts val="12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•"/>
              <a:tabLst/>
              <a:defRPr/>
            </a:pPr>
            <a:r>
              <a:rPr kumimoji="0" lang="en-US" sz="22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Click to edit master text styles</a:t>
            </a:r>
          </a:p>
          <a:p>
            <a:pPr marL="457200" marR="0" lvl="1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Second level</a:t>
            </a:r>
          </a:p>
          <a:p>
            <a:pPr marL="685800" marR="0" lvl="2" indent="-228600" algn="l" defTabSz="1219170" rtl="0" eaLnBrk="1" fontAlgn="auto" latinLnBrk="0" hangingPunct="1">
              <a:lnSpc>
                <a:spcPct val="90000"/>
              </a:lnSpc>
              <a:spcBef>
                <a:spcPts val="6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Third level</a:t>
            </a:r>
          </a:p>
          <a:p>
            <a:pPr marL="914400" marR="0" lvl="3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6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Fourth level</a:t>
            </a:r>
          </a:p>
          <a:p>
            <a:pPr marL="1143000" marR="0" lvl="4" indent="-228600" algn="l" defTabSz="1219170" rtl="0" eaLnBrk="1" fontAlgn="auto" latinLnBrk="0" hangingPunct="1">
              <a:lnSpc>
                <a:spcPct val="90000"/>
              </a:lnSpc>
              <a:spcBef>
                <a:spcPts val="300"/>
              </a:spcBef>
              <a:spcAft>
                <a:spcPts val="0"/>
              </a:spcAft>
              <a:buClr>
                <a:srgbClr val="7042BE"/>
              </a:buClr>
              <a:buSzTx/>
              <a:buFont typeface="IBM Plex Sans" panose="020B0503050203000203" pitchFamily="34" charset="0"/>
              <a:buChar char="–"/>
              <a:tabLst/>
              <a:defRPr/>
            </a:pPr>
            <a:r>
              <a:rPr kumimoji="0" lang="en-US" sz="14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IBM Plex Sans"/>
                <a:ea typeface="+mn-ea"/>
                <a:cs typeface="+mn-cs"/>
              </a:rPr>
              <a:t>Fifth level</a:t>
            </a:r>
          </a:p>
        </p:txBody>
      </p:sp>
      <p:sp>
        <p:nvSpPr>
          <p:cNvPr id="15" name="Subtitle 2">
            <a:extLst>
              <a:ext uri="{FF2B5EF4-FFF2-40B4-BE49-F238E27FC236}">
                <a16:creationId xmlns:a16="http://schemas.microsoft.com/office/drawing/2014/main" id="{35DC146D-825C-398F-D155-8C982B54C681}"/>
              </a:ext>
            </a:extLst>
          </p:cNvPr>
          <p:cNvSpPr>
            <a:spLocks noGrp="1"/>
          </p:cNvSpPr>
          <p:nvPr>
            <p:ph type="subTitle" idx="12" hasCustomPrompt="1"/>
          </p:nvPr>
        </p:nvSpPr>
        <p:spPr>
          <a:xfrm>
            <a:off x="5930751" y="2560320"/>
            <a:ext cx="5528765" cy="293117"/>
          </a:xfrm>
        </p:spPr>
        <p:txBody>
          <a:bodyPr lIns="0" tIns="0" rIns="0" bIns="0"/>
          <a:lstStyle>
            <a:lvl1pPr marL="0" indent="0" algn="l">
              <a:buNone/>
              <a:defRPr sz="2000" b="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1E7F2DB5-D82B-A641-98F8-D377EE398C7D}"/>
              </a:ext>
            </a:extLst>
          </p:cNvPr>
          <p:cNvSpPr>
            <a:spLocks noGrp="1"/>
          </p:cNvSpPr>
          <p:nvPr>
            <p:ph type="dt" sz="half" idx="13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9FF0207-3A57-E578-D04D-01D5F6039C3B}"/>
              </a:ext>
            </a:extLst>
          </p:cNvPr>
          <p:cNvSpPr>
            <a:spLocks noGrp="1"/>
          </p:cNvSpPr>
          <p:nvPr>
            <p:ph type="ftr" sz="quarter" idx="14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4B2F375-806F-5A88-6CD5-E326BE3B76A2}"/>
              </a:ext>
            </a:extLst>
          </p:cNvPr>
          <p:cNvSpPr>
            <a:spLocks noGrp="1"/>
          </p:cNvSpPr>
          <p:nvPr>
            <p:ph type="sldNum" sz="quarter" idx="15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72706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Divider 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18D7F9-E9AF-86FA-9B2E-90079431B0C3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066800" y="914400"/>
            <a:ext cx="10058400" cy="2514600"/>
          </a:xfrm>
        </p:spPr>
        <p:txBody>
          <a:bodyPr lIns="0" tIns="0" rIns="0" anchor="b"/>
          <a:lstStyle>
            <a:lvl1pPr algn="l">
              <a:defRPr sz="6000" b="1">
                <a:solidFill>
                  <a:schemeClr val="accent1">
                    <a:lumMod val="50000"/>
                  </a:schemeClr>
                </a:solidFill>
                <a:latin typeface="+mj-lt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60pt Font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05E1F-A8E1-3693-820C-0286D091F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66800" y="3566160"/>
            <a:ext cx="10058400" cy="1847259"/>
          </a:xfrm>
        </p:spPr>
        <p:txBody>
          <a:bodyPr lIns="0" tIns="0" rIns="0"/>
          <a:lstStyle>
            <a:lvl1pPr marL="0" indent="0">
              <a:buNone/>
              <a:defRPr sz="2400">
                <a:solidFill>
                  <a:schemeClr val="accent1">
                    <a:lumMod val="50000"/>
                  </a:schemeClr>
                </a:solidFill>
                <a:latin typeface="IBM Plex Sans SemiBold" panose="020B0703050203000203" pitchFamily="34" charset="0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 Here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DBCF6DAA-0913-05C4-215F-FFD66669C35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1" name="Footer Placeholder 10">
            <a:extLst>
              <a:ext uri="{FF2B5EF4-FFF2-40B4-BE49-F238E27FC236}">
                <a16:creationId xmlns:a16="http://schemas.microsoft.com/office/drawing/2014/main" id="{87371A71-DD90-DF12-9972-02142C7E31C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DCB088B5-E0E6-78A2-35C2-A05446E1547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4984470"/>
      </p:ext>
    </p:extLst>
  </p:cSld>
  <p:clrMapOvr>
    <a:masterClrMapping/>
  </p:clrMapOvr>
  <p:transition>
    <p:fade/>
  </p:transition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Divider Purpl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8205E1F-A8E1-3693-820C-0286D091F500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 bwMode="white">
          <a:xfrm>
            <a:off x="1066800" y="3566160"/>
            <a:ext cx="10058400" cy="1847260"/>
          </a:xfrm>
        </p:spPr>
        <p:txBody>
          <a:bodyPr lIns="0" tIns="0" rIns="0" bIns="0"/>
          <a:lstStyle>
            <a:lvl1pPr marL="0" indent="0" algn="l" defTabSz="1219170" rtl="0" eaLnBrk="1" latinLnBrk="0" hangingPunct="1">
              <a:lnSpc>
                <a:spcPct val="90000"/>
              </a:lnSpc>
              <a:spcBef>
                <a:spcPts val="1200"/>
              </a:spcBef>
              <a:buFont typeface="IBM Plex Sans" panose="020B0503050203000203" pitchFamily="34" charset="0"/>
              <a:buNone/>
              <a:defRPr lang="en-US" sz="2400" kern="1200" dirty="0">
                <a:solidFill>
                  <a:schemeClr val="bg1"/>
                </a:solidFill>
                <a:latin typeface="IBM Plex Sans SemiBold" panose="020B0703050203000203" pitchFamily="34" charset="0"/>
                <a:ea typeface="+mn-ea"/>
                <a:cs typeface="+mn-cs"/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Add Subtitle Here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B7C30ED4-1A99-54DB-C482-89A6F32E9B9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066800" y="914400"/>
            <a:ext cx="10058400" cy="2514600"/>
          </a:xfrm>
        </p:spPr>
        <p:txBody>
          <a:bodyPr lIns="0" tIns="0" rIns="0" anchor="b"/>
          <a:lstStyle>
            <a:lvl1pPr algn="l" defTabSz="121917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lang="en-US" sz="6000" b="1" kern="1200" cap="none" baseline="0" dirty="0">
                <a:solidFill>
                  <a:schemeClr val="bg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60pt Font</a:t>
            </a:r>
          </a:p>
        </p:txBody>
      </p:sp>
      <p:pic>
        <p:nvPicPr>
          <p:cNvPr id="5" name="Graphic 4">
            <a:extLst>
              <a:ext uri="{FF2B5EF4-FFF2-40B4-BE49-F238E27FC236}">
                <a16:creationId xmlns:a16="http://schemas.microsoft.com/office/drawing/2014/main" id="{B7FDF388-46FE-89BA-0EDE-5CC9771F9E43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white">
          <a:xfrm>
            <a:off x="11119839" y="6309360"/>
            <a:ext cx="865880" cy="274320"/>
          </a:xfrm>
          <a:prstGeom prst="rect">
            <a:avLst/>
          </a:prstGeom>
        </p:spPr>
      </p:pic>
      <p:sp>
        <p:nvSpPr>
          <p:cNvPr id="11" name="Date Placeholder 10">
            <a:extLst>
              <a:ext uri="{FF2B5EF4-FFF2-40B4-BE49-F238E27FC236}">
                <a16:creationId xmlns:a16="http://schemas.microsoft.com/office/drawing/2014/main" id="{2A80C000-1905-4B64-0709-B7A0D0D61A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12" name="Footer Placeholder 11">
            <a:extLst>
              <a:ext uri="{FF2B5EF4-FFF2-40B4-BE49-F238E27FC236}">
                <a16:creationId xmlns:a16="http://schemas.microsoft.com/office/drawing/2014/main" id="{489D23F9-EA28-4422-5EFE-56DAAF77521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13" name="Slide Number Placeholder 12">
            <a:extLst>
              <a:ext uri="{FF2B5EF4-FFF2-40B4-BE49-F238E27FC236}">
                <a16:creationId xmlns:a16="http://schemas.microsoft.com/office/drawing/2014/main" id="{C608AB34-FD2E-544C-9A1C-862512017ED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2956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DB60DBCE-2A88-1DC9-57F6-7E5393ECA8DC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457200" y="2011680"/>
            <a:ext cx="11273991" cy="42615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28487B6-2F91-2A01-3208-A01F9D1F929B}"/>
              </a:ext>
            </a:extLst>
          </p:cNvPr>
          <p:cNvSpPr>
            <a:spLocks noGrp="1"/>
          </p:cNvSpPr>
          <p:nvPr>
            <p:ph type="dt" sz="half" idx="14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94D3D8F-9581-BE20-2704-1DD6F20B8A3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9AB8D8C3-3498-7A45-01F4-101905BAD628}"/>
              </a:ext>
            </a:extLst>
          </p:cNvPr>
          <p:cNvSpPr>
            <a:spLocks noGrp="1"/>
          </p:cNvSpPr>
          <p:nvPr>
            <p:ph type="sldNum" sz="quarter" idx="16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9" name="Title 8">
            <a:extLst>
              <a:ext uri="{FF2B5EF4-FFF2-40B4-BE49-F238E27FC236}">
                <a16:creationId xmlns:a16="http://schemas.microsoft.com/office/drawing/2014/main" id="{80793329-D50B-57E4-C438-4BDEFED35E5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  <p:sp>
        <p:nvSpPr>
          <p:cNvPr id="11" name="Subtitle 2">
            <a:extLst>
              <a:ext uri="{FF2B5EF4-FFF2-40B4-BE49-F238E27FC236}">
                <a16:creationId xmlns:a16="http://schemas.microsoft.com/office/drawing/2014/main" id="{B7E8AFC3-9780-1837-7611-3D6E4A1991CF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199" y="1463040"/>
            <a:ext cx="11273990" cy="294930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en-US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482619422"/>
      </p:ext>
    </p:extLst>
  </p:cSld>
  <p:clrMapOvr>
    <a:masterClrMapping/>
  </p:clrMapOvr>
  <p:transition>
    <p:fade/>
  </p:transition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4EAB28DF-6682-7C2B-E1BB-0C6BD2F775F3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9" name="Subtitle 2">
            <a:extLst>
              <a:ext uri="{FF2B5EF4-FFF2-40B4-BE49-F238E27FC236}">
                <a16:creationId xmlns:a16="http://schemas.microsoft.com/office/drawing/2014/main" id="{05F86292-640E-ABD1-EE45-AFFF02B108A3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57199" y="1463040"/>
            <a:ext cx="11252578" cy="29493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en-US"/>
              <a:t>CLICK TO EDIT MASTER SUBTITLE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C89DD472-1C3D-71F4-D826-66A8AED9E98B}"/>
              </a:ext>
            </a:extLst>
          </p:cNvPr>
          <p:cNvSpPr>
            <a:spLocks noGrp="1"/>
          </p:cNvSpPr>
          <p:nvPr>
            <p:ph sz="quarter" idx="17"/>
          </p:nvPr>
        </p:nvSpPr>
        <p:spPr>
          <a:xfrm>
            <a:off x="457200" y="2011680"/>
            <a:ext cx="11273991" cy="4133978"/>
          </a:xfrm>
        </p:spPr>
        <p:txBody>
          <a:bodyPr bIns="18288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83ABB11-50AC-85EF-73E7-77A9E8F32F25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EC535E8-7252-6272-23AB-0925CC80BA4E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B2C71DF-D66A-5D3B-A2BB-E8D915B68381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1" name="Title 10">
            <a:extLst>
              <a:ext uri="{FF2B5EF4-FFF2-40B4-BE49-F238E27FC236}">
                <a16:creationId xmlns:a16="http://schemas.microsoft.com/office/drawing/2014/main" id="{C01F5482-8B57-B211-2C19-DD2E5305A99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</p:spTree>
    <p:extLst>
      <p:ext uri="{BB962C8B-B14F-4D97-AF65-F5344CB8AC3E}">
        <p14:creationId xmlns:p14="http://schemas.microsoft.com/office/powerpoint/2010/main" val="563565050"/>
      </p:ext>
    </p:extLst>
  </p:cSld>
  <p:clrMapOvr>
    <a:masterClrMapping/>
  </p:clrMapOvr>
  <p:transition>
    <p:fade/>
  </p:transition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Sub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296045779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6CC393AD-0731-1232-D984-C6C312E050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A6CB158-F143-8E48-AC91-520357EE44D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6689360-6B1E-1CD7-45BC-CEF79D4BE49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5" name="Title 4">
            <a:extLst>
              <a:ext uri="{FF2B5EF4-FFF2-40B4-BE49-F238E27FC236}">
                <a16:creationId xmlns:a16="http://schemas.microsoft.com/office/drawing/2014/main" id="{004442CE-A5B1-EFAA-70ED-33B50BE60F8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317500"/>
            <a:ext cx="11273991" cy="1103980"/>
          </a:xfrm>
        </p:spPr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  <p:sp>
        <p:nvSpPr>
          <p:cNvPr id="7" name="Subtitle 52">
            <a:extLst>
              <a:ext uri="{FF2B5EF4-FFF2-40B4-BE49-F238E27FC236}">
                <a16:creationId xmlns:a16="http://schemas.microsoft.com/office/drawing/2014/main" id="{59A2B5BC-D73D-77C0-6DB2-80C7AC5D553A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199" y="1463040"/>
            <a:ext cx="11252578" cy="29493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en-US"/>
              <a:t>CLICK TO EDIT MASTER SUBTITLE</a:t>
            </a:r>
          </a:p>
        </p:txBody>
      </p:sp>
    </p:spTree>
    <p:extLst>
      <p:ext uri="{BB962C8B-B14F-4D97-AF65-F5344CB8AC3E}">
        <p14:creationId xmlns:p14="http://schemas.microsoft.com/office/powerpoint/2010/main" val="79355475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and Conten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3FBD65C-F45F-09AD-BEF9-DF6349E34006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0938F9D-9107-D2AE-6F98-53B9176EABB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4ED625E7-1414-AA66-ACA7-187FA1C711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D8E4A79-BC68-4AC0-3519-1BC1C14A67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3D94288F-D393-4C9B-231D-3FA5253311B8}"/>
              </a:ext>
            </a:extLst>
          </p:cNvPr>
          <p:cNvSpPr>
            <a:spLocks noGrp="1"/>
          </p:cNvSpPr>
          <p:nvPr>
            <p:ph type="body" sz="quarter" idx="13" hasCustomPrompt="1"/>
          </p:nvPr>
        </p:nvSpPr>
        <p:spPr>
          <a:xfrm>
            <a:off x="457200" y="1554480"/>
            <a:ext cx="11273991" cy="1005840"/>
          </a:xfrm>
        </p:spPr>
        <p:txBody>
          <a:bodyPr/>
          <a:lstStyle>
            <a:lvl1pPr>
              <a:spcBef>
                <a:spcPts val="600"/>
              </a:spcBef>
              <a:defRPr sz="2000"/>
            </a:lvl1pPr>
            <a:lvl2pPr>
              <a:spcBef>
                <a:spcPts val="600"/>
              </a:spcBef>
              <a:defRPr sz="1800"/>
            </a:lvl2pPr>
            <a:lvl3pPr>
              <a:spcBef>
                <a:spcPts val="600"/>
              </a:spcBef>
              <a:defRPr sz="1600"/>
            </a:lvl3pPr>
          </a:lstStyle>
          <a:p>
            <a:pPr lvl="0"/>
            <a:r>
              <a:rPr lang="en-US"/>
              <a:t>Click to edit master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CCED8FB6-085E-2400-3E91-0B8F59CBB8DB}"/>
              </a:ext>
            </a:extLst>
          </p:cNvPr>
          <p:cNvSpPr>
            <a:spLocks noGrp="1"/>
          </p:cNvSpPr>
          <p:nvPr>
            <p:ph sz="quarter" idx="14" hasCustomPrompt="1"/>
          </p:nvPr>
        </p:nvSpPr>
        <p:spPr>
          <a:xfrm>
            <a:off x="457200" y="2604977"/>
            <a:ext cx="11273991" cy="3681523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add content</a:t>
            </a:r>
          </a:p>
        </p:txBody>
      </p:sp>
    </p:spTree>
    <p:extLst>
      <p:ext uri="{BB962C8B-B14F-4D97-AF65-F5344CB8AC3E}">
        <p14:creationId xmlns:p14="http://schemas.microsoft.com/office/powerpoint/2010/main" val="1274963486"/>
      </p:ext>
    </p:extLst>
  </p:cSld>
  <p:clrMapOvr>
    <a:masterClrMapping/>
  </p:clrMapOvr>
  <p:transition>
    <p:fade/>
  </p:transition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Freeform: Shape 6">
            <a:extLst>
              <a:ext uri="{FF2B5EF4-FFF2-40B4-BE49-F238E27FC236}">
                <a16:creationId xmlns:a16="http://schemas.microsoft.com/office/drawing/2014/main" id="{1706D671-A087-8D1B-F370-90FA007C2895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13" name="Object 1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59897579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13" name="Object 1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2" name="Title 1">
            <a:extLst>
              <a:ext uri="{FF2B5EF4-FFF2-40B4-BE49-F238E27FC236}">
                <a16:creationId xmlns:a16="http://schemas.microsoft.com/office/drawing/2014/main" id="{A45283F8-8F7B-4C65-ACF5-A62A96620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5799" y="914399"/>
            <a:ext cx="3749040" cy="4846321"/>
          </a:xfrm>
        </p:spPr>
        <p:txBody>
          <a:bodyPr vert="horz" lIns="0" tIns="0" rIns="0" anchor="ctr"/>
          <a:lstStyle>
            <a:lvl1pPr>
              <a:defRPr sz="54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432DB5C4-9EAE-A4DE-C1BD-09E0E1C6BAA3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681723" y="914400"/>
            <a:ext cx="6824472" cy="491319"/>
          </a:xfrm>
        </p:spPr>
        <p:txBody>
          <a:bodyPr tIns="0" rIns="182880"/>
          <a:lstStyle>
            <a:lvl1pPr marL="0" indent="0" algn="l">
              <a:spcBef>
                <a:spcPts val="0"/>
              </a:spcBef>
              <a:buNone/>
              <a:defRPr sz="200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1FA5413D-7CDC-F661-729D-3515CA5B007C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4681729" y="1528550"/>
            <a:ext cx="6824472" cy="4232172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3F670C-BE1C-00E2-93EC-655A3CDDED6B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EFB4B59-5A98-BC5D-1AFC-2A94F702890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1CB8231-C90C-71CE-A327-87A035878498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56841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cture Lef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16922978-78B1-5952-0258-444F9E578F5F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359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852160" y="900830"/>
            <a:ext cx="5662900" cy="1106454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85722EBC-8176-2081-5A3F-1276FD28E162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95258" y="1371600"/>
            <a:ext cx="4114800" cy="4114800"/>
          </a:xfrm>
          <a:prstGeom prst="roundRect">
            <a:avLst>
              <a:gd name="adj" fmla="val 10770"/>
            </a:avLst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2E510254-AABA-C481-FF78-4439EFA4066F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5852160" y="2103120"/>
            <a:ext cx="5662900" cy="293117"/>
          </a:xfrm>
        </p:spPr>
        <p:txBody>
          <a:bodyPr lIns="0" tIns="0" rIns="0" bIns="0"/>
          <a:lstStyle>
            <a:lvl1pPr marL="0" indent="0" algn="l">
              <a:buNone/>
              <a:defRPr sz="2000" b="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Lorem ipsum dolor sit </a:t>
            </a:r>
            <a:r>
              <a:rPr lang="en-US" err="1"/>
              <a:t>amet</a:t>
            </a:r>
            <a:endParaRPr lang="en-US"/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7ABEBA9C-A77D-F0A9-1361-919EBC41F43D}"/>
              </a:ext>
            </a:extLst>
          </p:cNvPr>
          <p:cNvSpPr>
            <a:spLocks noGrp="1"/>
          </p:cNvSpPr>
          <p:nvPr>
            <p:ph sz="quarter" idx="16"/>
          </p:nvPr>
        </p:nvSpPr>
        <p:spPr>
          <a:xfrm>
            <a:off x="5841713" y="2601076"/>
            <a:ext cx="5662900" cy="310967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2FAFF7D-5657-F17C-D67F-211C8EB84DEB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ED60CB7-8B95-8861-4CED-69F85D0CDB25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CC00981-697F-0A7E-BDA2-173CB75C8A0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003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: Shape 7">
            <a:extLst>
              <a:ext uri="{FF2B5EF4-FFF2-40B4-BE49-F238E27FC236}">
                <a16:creationId xmlns:a16="http://schemas.microsoft.com/office/drawing/2014/main" id="{E5C7EAEE-A772-DF5C-D3F2-C6316D58F356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B3C3F-A771-EED2-6857-E02099E5B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52579" cy="1188720"/>
          </a:xfrm>
        </p:spPr>
        <p:txBody>
          <a:bodyPr lIns="0" rIns="0"/>
          <a:lstStyle>
            <a:lvl1pPr>
              <a:defRPr sz="4000" b="1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14" name="Subtitle 2">
            <a:extLst>
              <a:ext uri="{FF2B5EF4-FFF2-40B4-BE49-F238E27FC236}">
                <a16:creationId xmlns:a16="http://schemas.microsoft.com/office/drawing/2014/main" id="{011AAF26-B641-D532-52EA-037EEF8A57F8}"/>
              </a:ext>
            </a:extLst>
          </p:cNvPr>
          <p:cNvSpPr>
            <a:spLocks noGrp="1"/>
          </p:cNvSpPr>
          <p:nvPr>
            <p:ph type="subTitle" idx="18" hasCustomPrompt="1"/>
          </p:nvPr>
        </p:nvSpPr>
        <p:spPr>
          <a:xfrm>
            <a:off x="457199" y="1463040"/>
            <a:ext cx="11252578" cy="294930"/>
          </a:xfr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Font typeface="IBM Plex Sans" panose="020B0503050203000203" pitchFamily="34" charset="0"/>
              <a:buNone/>
              <a:defRPr sz="2200" b="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29E7EAC2-E885-ED35-27FD-CDA2EACB70E0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457200" y="2103119"/>
            <a:ext cx="5340096" cy="4042540"/>
          </a:xfrm>
        </p:spPr>
        <p:txBody>
          <a:bodyPr bIns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543302ED-6691-296D-76E9-4A46CF4DB215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369681" y="2103119"/>
            <a:ext cx="5340096" cy="4042540"/>
          </a:xfrm>
        </p:spPr>
        <p:txBody>
          <a:bodyPr bIns="0"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A408B550-1574-8DE0-3A9F-976A50CDF308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F1DBFB6-558A-A4EA-9DAA-7D4A891E6EC6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778A79B0-04FB-9A35-EA66-FA312C3DDE2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1734412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mparison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Freeform: Shape 8">
            <a:extLst>
              <a:ext uri="{FF2B5EF4-FFF2-40B4-BE49-F238E27FC236}">
                <a16:creationId xmlns:a16="http://schemas.microsoft.com/office/drawing/2014/main" id="{5FCEB0FC-B0D6-7298-540E-A57004CA2FA7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8309AD7D-9C31-4DD1-53B9-391BF0A46D77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</p:spPr>
        <p:txBody>
          <a:bodyPr lIns="0" tIns="0" rIns="0"/>
          <a:lstStyle>
            <a:lvl1pPr>
              <a:defRPr sz="4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349ACBA9-476B-6A2D-41F4-4EE9FB5DA2EC}"/>
              </a:ext>
            </a:extLst>
          </p:cNvPr>
          <p:cNvSpPr>
            <a:spLocks noGrp="1"/>
          </p:cNvSpPr>
          <p:nvPr>
            <p:ph type="subTitle" idx="13" hasCustomPrompt="1"/>
          </p:nvPr>
        </p:nvSpPr>
        <p:spPr>
          <a:xfrm>
            <a:off x="457199" y="1463040"/>
            <a:ext cx="11252578" cy="294930"/>
          </a:xfrm>
        </p:spPr>
        <p:txBody>
          <a:bodyPr lIns="0" tIns="0" rIns="0" bIns="0"/>
          <a:lstStyle>
            <a:lvl1pPr marL="0" indent="0" algn="l">
              <a:spcBef>
                <a:spcPts val="0"/>
              </a:spcBef>
              <a:buFont typeface="IBM Plex Sans" panose="020B0503050203000203" pitchFamily="34" charset="0"/>
              <a:buNone/>
              <a:defRPr sz="2200" b="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 </a:t>
            </a:r>
          </a:p>
        </p:txBody>
      </p:sp>
      <p:sp>
        <p:nvSpPr>
          <p:cNvPr id="13" name="Text Placeholder 12">
            <a:extLst>
              <a:ext uri="{FF2B5EF4-FFF2-40B4-BE49-F238E27FC236}">
                <a16:creationId xmlns:a16="http://schemas.microsoft.com/office/drawing/2014/main" id="{80BE6BCB-CB13-0F59-47A0-D597931484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2011680"/>
            <a:ext cx="5343100" cy="594360"/>
          </a:xfrm>
        </p:spPr>
        <p:txBody>
          <a:bodyPr lIns="0" tIns="0" rIns="0" bIns="0"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200" b="0">
                <a:latin typeface="+mj-lt"/>
              </a:defRPr>
            </a:lvl1pPr>
            <a:lvl2pPr marL="228600" indent="0">
              <a:buNone/>
              <a:defRPr sz="1600">
                <a:latin typeface="IBM Plex Sans Medium" panose="020B0603050203000203" pitchFamily="34" charset="0"/>
              </a:defRPr>
            </a:lvl2pPr>
            <a:lvl3pPr marL="457200" indent="0">
              <a:buNone/>
              <a:defRPr sz="1400">
                <a:latin typeface="IBM Plex Sans Medium" panose="020B0603050203000203" pitchFamily="34" charset="0"/>
              </a:defRPr>
            </a:lvl3pPr>
            <a:lvl4pPr marL="685800" indent="0">
              <a:buNone/>
              <a:defRPr sz="1200">
                <a:latin typeface="IBM Plex Sans Medium" panose="020B0603050203000203" pitchFamily="34" charset="0"/>
              </a:defRPr>
            </a:lvl4pPr>
            <a:lvl5pPr marL="914400" indent="0">
              <a:buNone/>
              <a:defRPr sz="1100">
                <a:latin typeface="IBM Plex Sans Medium" panose="020B06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2">
            <a:extLst>
              <a:ext uri="{FF2B5EF4-FFF2-40B4-BE49-F238E27FC236}">
                <a16:creationId xmlns:a16="http://schemas.microsoft.com/office/drawing/2014/main" id="{5C16DB0A-9B05-E513-45AF-F94BEAD241FD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373368" y="2011680"/>
            <a:ext cx="5327504" cy="594360"/>
          </a:xfrm>
        </p:spPr>
        <p:txBody>
          <a:bodyPr lIns="0" tIns="0" rIns="0" bIns="0" anchor="b"/>
          <a:lstStyle>
            <a:lvl1pPr marL="0" indent="0">
              <a:lnSpc>
                <a:spcPct val="95000"/>
              </a:lnSpc>
              <a:spcBef>
                <a:spcPts val="0"/>
              </a:spcBef>
              <a:buNone/>
              <a:defRPr sz="2200" b="0">
                <a:latin typeface="+mj-lt"/>
              </a:defRPr>
            </a:lvl1pPr>
            <a:lvl2pPr marL="228600" indent="0">
              <a:buNone/>
              <a:defRPr sz="1600">
                <a:latin typeface="IBM Plex Sans Medium" panose="020B0603050203000203" pitchFamily="34" charset="0"/>
              </a:defRPr>
            </a:lvl2pPr>
            <a:lvl3pPr marL="457200" indent="0">
              <a:buNone/>
              <a:defRPr sz="1400">
                <a:latin typeface="IBM Plex Sans Medium" panose="020B0603050203000203" pitchFamily="34" charset="0"/>
              </a:defRPr>
            </a:lvl3pPr>
            <a:lvl4pPr marL="685800" indent="0">
              <a:buNone/>
              <a:defRPr sz="1200">
                <a:latin typeface="IBM Plex Sans Medium" panose="020B0603050203000203" pitchFamily="34" charset="0"/>
              </a:defRPr>
            </a:lvl4pPr>
            <a:lvl5pPr marL="914400" indent="0">
              <a:buNone/>
              <a:defRPr sz="1100">
                <a:latin typeface="IBM Plex Sans Medium" panose="020B0603050203000203" pitchFamily="34" charset="0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2658BEC6-F813-9D09-9B01-73DD66F7634A}"/>
              </a:ext>
            </a:extLst>
          </p:cNvPr>
          <p:cNvSpPr>
            <a:spLocks noGrp="1"/>
          </p:cNvSpPr>
          <p:nvPr>
            <p:ph sz="quarter" idx="21"/>
          </p:nvPr>
        </p:nvSpPr>
        <p:spPr>
          <a:xfrm>
            <a:off x="457199" y="2743200"/>
            <a:ext cx="5343100" cy="340245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Content Placeholder 15">
            <a:extLst>
              <a:ext uri="{FF2B5EF4-FFF2-40B4-BE49-F238E27FC236}">
                <a16:creationId xmlns:a16="http://schemas.microsoft.com/office/drawing/2014/main" id="{EF4D07F3-20F1-F87D-608D-49B4F616721B}"/>
              </a:ext>
            </a:extLst>
          </p:cNvPr>
          <p:cNvSpPr>
            <a:spLocks noGrp="1"/>
          </p:cNvSpPr>
          <p:nvPr>
            <p:ph sz="quarter" idx="22"/>
          </p:nvPr>
        </p:nvSpPr>
        <p:spPr>
          <a:xfrm>
            <a:off x="6373368" y="2743200"/>
            <a:ext cx="5327504" cy="3402459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6AC69B9-528D-7199-F1FE-9768486CAF3F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82612816-D3CC-11DF-F761-E1ABD3DB4539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25087EFC-C8DE-B876-EFAE-EBAE40572FB2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265364"/>
      </p:ext>
    </p:extLst>
  </p:cSld>
  <p:clrMapOvr>
    <a:masterClrMapping/>
  </p:clrMapOvr>
  <p:transition>
    <p:fade/>
  </p:transition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19C13F58-ACBA-1849-B576-01D16CD1F3D1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263EC-FF61-40FF-53A9-CD5BC4E85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840479" cy="5688459"/>
          </a:xfrm>
        </p:spPr>
        <p:txBody>
          <a:bodyPr lIns="0" tIns="0" anchor="ctr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B59F7C2F-9C0A-4EE8-05A0-0275ED2D9D05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0" y="457200"/>
            <a:ext cx="7162800" cy="4242816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2FED8-DF56-7382-5CF7-08E39D1B5F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0" y="4892752"/>
            <a:ext cx="7162800" cy="1252907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100" dirty="0"/>
            </a:lvl3pPr>
            <a:lvl4pPr>
              <a:defRPr lang="en-US" sz="1050" dirty="0"/>
            </a:lvl4pPr>
            <a:lvl5pPr>
              <a:defRPr lang="en-US" sz="1000" dirty="0"/>
            </a:lvl5pPr>
          </a:lstStyle>
          <a:p>
            <a:pPr lvl="0">
              <a:buFont typeface="IBM Plex Sans" panose="020B0503050203000203" pitchFamily="34" charset="0"/>
            </a:pPr>
            <a:r>
              <a:rPr lang="en-US"/>
              <a:t>Click to edit Master text styles</a:t>
            </a:r>
          </a:p>
          <a:p>
            <a:pPr lvl="1">
              <a:buFont typeface="IBM Plex Sans" panose="020B0503050203000203" pitchFamily="34" charset="0"/>
            </a:pPr>
            <a:r>
              <a:rPr lang="en-US"/>
              <a:t>Second level</a:t>
            </a:r>
          </a:p>
          <a:p>
            <a:pPr lvl="2">
              <a:buFont typeface="IBM Plex Sans" panose="020B0503050203000203" pitchFamily="34" charset="0"/>
            </a:pPr>
            <a:r>
              <a:rPr lang="en-US"/>
              <a:t>Third level</a:t>
            </a:r>
          </a:p>
          <a:p>
            <a:pPr lvl="3">
              <a:buFont typeface="IBM Plex Sans" panose="020B0503050203000203" pitchFamily="34" charset="0"/>
            </a:pPr>
            <a:r>
              <a:rPr lang="en-US"/>
              <a:t>Fourth level</a:t>
            </a:r>
          </a:p>
          <a:p>
            <a:pPr lvl="4">
              <a:buFont typeface="IBM Plex Sans" panose="020B0503050203000203" pitchFamily="34" charset="0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219337-C08C-9B6E-E281-2B5566E201B0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25EC17C-76F3-CEAE-2719-CF516BCEA40C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306E14B-93F4-76FB-CD24-C4326FF2C791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980808"/>
      </p:ext>
    </p:extLst>
  </p:cSld>
  <p:clrMapOvr>
    <a:masterClrMapping/>
  </p:clrMapOvr>
  <p:transition>
    <p:fade/>
  </p:transition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F411B0AB-87F1-1DFC-58B6-F5F422E20EBA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263EC-FF61-40FF-53A9-CD5BC4E85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1"/>
            <a:ext cx="3840479" cy="5688458"/>
          </a:xfrm>
        </p:spPr>
        <p:txBody>
          <a:bodyPr lIns="0" tIns="0" anchor="ctr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Main Statement Goes Here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B59F7C2F-9C0A-4EE8-05A0-0275ED2D9D05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0" y="457201"/>
            <a:ext cx="3474720" cy="42467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2FED8-DF56-7382-5CF7-08E39D1B5F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4572000" y="4890449"/>
            <a:ext cx="3474720" cy="1255209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100" dirty="0"/>
            </a:lvl3pPr>
            <a:lvl4pPr>
              <a:defRPr lang="en-US" sz="1050" dirty="0"/>
            </a:lvl4pPr>
            <a:lvl5pPr>
              <a:defRPr lang="en-US" sz="1000" dirty="0"/>
            </a:lvl5pPr>
          </a:lstStyle>
          <a:p>
            <a:pPr lvl="0">
              <a:buFont typeface="IBM Plex Sans" panose="020B0503050203000203" pitchFamily="34" charset="0"/>
            </a:pPr>
            <a:r>
              <a:rPr lang="en-US"/>
              <a:t>Click to edit Master text styles</a:t>
            </a:r>
          </a:p>
          <a:p>
            <a:pPr lvl="1">
              <a:buFont typeface="IBM Plex Sans" panose="020B0503050203000203" pitchFamily="34" charset="0"/>
            </a:pPr>
            <a:r>
              <a:rPr lang="en-US"/>
              <a:t>Second level</a:t>
            </a:r>
          </a:p>
          <a:p>
            <a:pPr lvl="2">
              <a:buFont typeface="IBM Plex Sans" panose="020B0503050203000203" pitchFamily="34" charset="0"/>
            </a:pPr>
            <a:r>
              <a:rPr lang="en-US"/>
              <a:t>Third level</a:t>
            </a:r>
          </a:p>
          <a:p>
            <a:pPr lvl="3">
              <a:buFont typeface="IBM Plex Sans" panose="020B0503050203000203" pitchFamily="34" charset="0"/>
            </a:pPr>
            <a:r>
              <a:rPr lang="en-US"/>
              <a:t>Fourth level</a:t>
            </a:r>
          </a:p>
          <a:p>
            <a:pPr lvl="4">
              <a:buFont typeface="IBM Plex Sans" panose="020B0503050203000203" pitchFamily="34" charset="0"/>
            </a:pPr>
            <a:r>
              <a:rPr lang="en-US"/>
              <a:t>Fifth level</a:t>
            </a:r>
          </a:p>
        </p:txBody>
      </p:sp>
      <p:sp>
        <p:nvSpPr>
          <p:cNvPr id="6" name="Chart Placeholder 7">
            <a:extLst>
              <a:ext uri="{FF2B5EF4-FFF2-40B4-BE49-F238E27FC236}">
                <a16:creationId xmlns:a16="http://schemas.microsoft.com/office/drawing/2014/main" id="{8CDC8060-9FC9-61F5-C936-F0C1DBE65FA1}"/>
              </a:ext>
            </a:extLst>
          </p:cNvPr>
          <p:cNvSpPr>
            <a:spLocks noGrp="1"/>
          </p:cNvSpPr>
          <p:nvPr>
            <p:ph type="chart" sz="quarter" idx="15" hasCustomPrompt="1"/>
          </p:nvPr>
        </p:nvSpPr>
        <p:spPr>
          <a:xfrm>
            <a:off x="8251904" y="457201"/>
            <a:ext cx="3474720" cy="4246725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7" name="Text Placeholder 9">
            <a:extLst>
              <a:ext uri="{FF2B5EF4-FFF2-40B4-BE49-F238E27FC236}">
                <a16:creationId xmlns:a16="http://schemas.microsoft.com/office/drawing/2014/main" id="{7D85EE0F-773A-109B-285D-225233898D07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8252395" y="4890450"/>
            <a:ext cx="3474720" cy="1255208"/>
          </a:xfrm>
        </p:spPr>
        <p:txBody>
          <a:bodyPr vert="horz" lIns="0" tIns="0" rIns="0" bIns="0" rtlCol="0" anchor="t">
            <a:noAutofit/>
          </a:bodyPr>
          <a:lstStyle>
            <a:lvl1pPr>
              <a:defRPr lang="en-US" sz="1400" dirty="0"/>
            </a:lvl1pPr>
            <a:lvl2pPr>
              <a:defRPr lang="en-US" sz="1200" dirty="0"/>
            </a:lvl2pPr>
            <a:lvl3pPr>
              <a:defRPr lang="en-US" sz="1100" dirty="0"/>
            </a:lvl3pPr>
            <a:lvl4pPr>
              <a:defRPr lang="en-US" sz="1050" dirty="0"/>
            </a:lvl4pPr>
            <a:lvl5pPr>
              <a:defRPr lang="en-US" sz="1000" dirty="0"/>
            </a:lvl5pPr>
          </a:lstStyle>
          <a:p>
            <a:pPr lvl="0">
              <a:buFont typeface="IBM Plex Sans" panose="020B0503050203000203" pitchFamily="34" charset="0"/>
            </a:pPr>
            <a:r>
              <a:rPr lang="en-US"/>
              <a:t>Click to edit Master text styles</a:t>
            </a:r>
          </a:p>
          <a:p>
            <a:pPr lvl="1">
              <a:buFont typeface="IBM Plex Sans" panose="020B0503050203000203" pitchFamily="34" charset="0"/>
            </a:pPr>
            <a:r>
              <a:rPr lang="en-US"/>
              <a:t>Second level</a:t>
            </a:r>
          </a:p>
          <a:p>
            <a:pPr lvl="2">
              <a:buFont typeface="IBM Plex Sans" panose="020B0503050203000203" pitchFamily="34" charset="0"/>
            </a:pPr>
            <a:r>
              <a:rPr lang="en-US"/>
              <a:t>Third level</a:t>
            </a:r>
          </a:p>
          <a:p>
            <a:pPr lvl="3">
              <a:buFont typeface="IBM Plex Sans" panose="020B0503050203000203" pitchFamily="34" charset="0"/>
            </a:pPr>
            <a:r>
              <a:rPr lang="en-US"/>
              <a:t>Fourth level</a:t>
            </a:r>
          </a:p>
          <a:p>
            <a:pPr lvl="4">
              <a:buFont typeface="IBM Plex Sans" panose="020B0503050203000203" pitchFamily="34" charset="0"/>
            </a:pPr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A647517-E755-E3B9-A416-EAE7C43D9321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C811D9E-7931-F799-9736-9E5FB3E0A476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A9DE1C2-194B-B3DC-4C4F-C54B2DAA68D8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19759025"/>
      </p:ext>
    </p:extLst>
  </p:cSld>
  <p:clrMapOvr>
    <a:masterClrMapping/>
  </p:clrMapOvr>
  <p:transition>
    <p:fade/>
  </p:transition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hart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: Shape 2">
            <a:extLst>
              <a:ext uri="{FF2B5EF4-FFF2-40B4-BE49-F238E27FC236}">
                <a16:creationId xmlns:a16="http://schemas.microsoft.com/office/drawing/2014/main" id="{0181F414-54FB-0606-576C-74482B9D653C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699263EC-FF61-40FF-53A9-CD5BC4E85590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457200"/>
            <a:ext cx="3840479" cy="5688459"/>
          </a:xfrm>
        </p:spPr>
        <p:txBody>
          <a:bodyPr lIns="0" tIns="0" anchor="ctr"/>
          <a:lstStyle>
            <a:lvl1pPr>
              <a:defRPr sz="60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Main Statement Goes Here</a:t>
            </a:r>
          </a:p>
        </p:txBody>
      </p:sp>
      <p:sp>
        <p:nvSpPr>
          <p:cNvPr id="8" name="Chart Placeholder 7">
            <a:extLst>
              <a:ext uri="{FF2B5EF4-FFF2-40B4-BE49-F238E27FC236}">
                <a16:creationId xmlns:a16="http://schemas.microsoft.com/office/drawing/2014/main" id="{B59F7C2F-9C0A-4EE8-05A0-0275ED2D9D05}"/>
              </a:ext>
            </a:extLst>
          </p:cNvPr>
          <p:cNvSpPr>
            <a:spLocks noGrp="1"/>
          </p:cNvSpPr>
          <p:nvPr>
            <p:ph type="chart" sz="quarter" idx="13" hasCustomPrompt="1"/>
          </p:nvPr>
        </p:nvSpPr>
        <p:spPr>
          <a:xfrm>
            <a:off x="4572000" y="457200"/>
            <a:ext cx="3474720" cy="5688459"/>
          </a:xfrm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chart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3C22FED8-DF56-7382-5CF7-08E39D1B5F54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>
          <a:xfrm>
            <a:off x="8251904" y="457200"/>
            <a:ext cx="3474720" cy="5688459"/>
          </a:xfrm>
        </p:spPr>
        <p:txBody>
          <a:bodyPr lIns="0" tIns="0" rIns="0" bIns="0" anchor="ctr"/>
          <a:lstStyle>
            <a:lvl1pPr marL="228600" indent="-228600">
              <a:lnSpc>
                <a:spcPct val="90000"/>
              </a:lnSpc>
              <a:buFont typeface="IBM Plex Sans" panose="020B0503050203000203" pitchFamily="34" charset="0"/>
              <a:buChar char="•"/>
              <a:defRPr sz="1400"/>
            </a:lvl1pPr>
            <a:lvl2pPr marL="457200" indent="-228600">
              <a:lnSpc>
                <a:spcPct val="90000"/>
              </a:lnSpc>
              <a:buFont typeface="IBM Plex Sans" panose="020B0503050203000203" pitchFamily="34" charset="0"/>
              <a:buChar char="–"/>
              <a:defRPr sz="1200"/>
            </a:lvl2pPr>
            <a:lvl3pPr marL="685800" indent="-228600">
              <a:lnSpc>
                <a:spcPct val="90000"/>
              </a:lnSpc>
              <a:buFont typeface="IBM Plex Sans" panose="020B0503050203000203" pitchFamily="34" charset="0"/>
              <a:buChar char="–"/>
              <a:defRPr sz="1100"/>
            </a:lvl3pPr>
            <a:lvl4pPr marL="914400" indent="-228600">
              <a:lnSpc>
                <a:spcPct val="90000"/>
              </a:lnSpc>
              <a:buFont typeface="IBM Plex Sans" panose="020B0503050203000203" pitchFamily="34" charset="0"/>
              <a:buChar char="–"/>
              <a:defRPr sz="1050"/>
            </a:lvl4pPr>
            <a:lvl5pPr marL="1143000" indent="-228600">
              <a:lnSpc>
                <a:spcPct val="90000"/>
              </a:lnSpc>
              <a:buFont typeface="IBM Plex Sans" panose="020B0503050203000203" pitchFamily="34" charset="0"/>
              <a:buChar char="–"/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D5FCF82-85A0-7EA5-553F-02E7DDFB823F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D9B151C-E816-8911-F536-87801CC6E5CD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337076F-0A85-289F-23EF-8DFA0EB7A66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49265095"/>
      </p:ext>
    </p:extLst>
  </p:cSld>
  <p:clrMapOvr>
    <a:masterClrMapping/>
  </p:clrMapOvr>
  <p:transition>
    <p:fade/>
  </p:transition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252A1C-D038-FADB-F214-C5C470580C52}"/>
              </a:ext>
            </a:extLst>
          </p:cNvPr>
          <p:cNvSpPr txBox="1"/>
          <p:nvPr userDrawn="1"/>
        </p:nvSpPr>
        <p:spPr bwMode="ltGray">
          <a:xfrm>
            <a:off x="1269381" y="1635374"/>
            <a:ext cx="1338575" cy="2215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20200">
                <a:solidFill>
                  <a:schemeClr val="accent1"/>
                </a:solidFill>
                <a:latin typeface="+mj-lt"/>
              </a:rPr>
              <a:t>“</a:t>
            </a:r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838ABD5D-9513-86DF-293F-B400D295F21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1938670" y="1440038"/>
            <a:ext cx="8314661" cy="3461571"/>
          </a:xfrm>
        </p:spPr>
        <p:txBody>
          <a:bodyPr lIns="91440" tIns="91440" bIns="91440" anchor="ctr"/>
          <a:lstStyle>
            <a:lvl1pPr algn="ctr">
              <a:defRPr sz="4000" b="0">
                <a:solidFill>
                  <a:schemeClr val="accent1">
                    <a:lumMod val="50000"/>
                  </a:schemeClr>
                </a:solidFill>
                <a:latin typeface="IBM Plex Sans Medium" panose="020B0603050203000203" pitchFamily="34" charset="0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Medium 40pt Font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75505ACD-EB86-0DC1-C6FC-A7D86DA93C6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B2BC0D7-8A6C-55C3-ABA5-5851A6159B5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1B4DFB-10B8-C6C6-DF97-2F0770FEEF5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2813036"/>
      </p:ext>
    </p:extLst>
  </p:cSld>
  <p:clrMapOvr>
    <a:masterClrMapping/>
  </p:clrMapOvr>
  <p:transition>
    <p:fade/>
  </p:transition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Quote Purple">
    <p:bg bwMode="auto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Box 6">
            <a:extLst>
              <a:ext uri="{FF2B5EF4-FFF2-40B4-BE49-F238E27FC236}">
                <a16:creationId xmlns:a16="http://schemas.microsoft.com/office/drawing/2014/main" id="{8E252A1C-D038-FADB-F214-C5C470580C52}"/>
              </a:ext>
            </a:extLst>
          </p:cNvPr>
          <p:cNvSpPr txBox="1"/>
          <p:nvPr userDrawn="1"/>
        </p:nvSpPr>
        <p:spPr bwMode="white">
          <a:xfrm>
            <a:off x="1269381" y="1635374"/>
            <a:ext cx="1338575" cy="2215092"/>
          </a:xfrm>
          <a:prstGeom prst="rect">
            <a:avLst/>
          </a:prstGeom>
          <a:noFill/>
        </p:spPr>
        <p:txBody>
          <a:bodyPr wrap="square" lIns="0" tIns="0" rIns="0" bIns="0"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20200">
                <a:solidFill>
                  <a:schemeClr val="accent3"/>
                </a:solidFill>
                <a:latin typeface="+mj-lt"/>
              </a:rPr>
              <a:t>“</a:t>
            </a: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3AE9361C-87BE-4A4B-98C4-7B2550080F1F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 bwMode="white">
          <a:xfrm>
            <a:off x="1938670" y="1440038"/>
            <a:ext cx="8314661" cy="3461571"/>
          </a:xfrm>
        </p:spPr>
        <p:txBody>
          <a:bodyPr lIns="91440" tIns="91440" bIns="91440" anchor="ctr"/>
          <a:lstStyle>
            <a:lvl1pPr algn="ctr">
              <a:defRPr sz="4000" b="0">
                <a:solidFill>
                  <a:schemeClr val="bg1"/>
                </a:solidFill>
                <a:latin typeface="IBM Plex Sans Medium" panose="020B0603050203000203" pitchFamily="34" charset="0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Medium 40pt Font</a:t>
            </a:r>
          </a:p>
        </p:txBody>
      </p:sp>
      <p:pic>
        <p:nvPicPr>
          <p:cNvPr id="3" name="Graphic 2">
            <a:extLst>
              <a:ext uri="{FF2B5EF4-FFF2-40B4-BE49-F238E27FC236}">
                <a16:creationId xmlns:a16="http://schemas.microsoft.com/office/drawing/2014/main" id="{F227943E-CBEE-330C-E6C2-887D5B5F2120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 bwMode="white">
          <a:xfrm>
            <a:off x="11119839" y="6309360"/>
            <a:ext cx="865880" cy="274320"/>
          </a:xfrm>
          <a:prstGeom prst="rect">
            <a:avLst/>
          </a:prstGeom>
        </p:spPr>
      </p:pic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720B219E-8191-70C8-F731-E4E4BB5D3802}"/>
              </a:ext>
            </a:extLst>
          </p:cNvPr>
          <p:cNvSpPr>
            <a:spLocks noGrp="1"/>
          </p:cNvSpPr>
          <p:nvPr>
            <p:ph type="body" sz="quarter" idx="10" hasCustomPrompt="1"/>
          </p:nvPr>
        </p:nvSpPr>
        <p:spPr bwMode="white">
          <a:xfrm>
            <a:off x="1938670" y="4909946"/>
            <a:ext cx="8314660" cy="349250"/>
          </a:xfrm>
        </p:spPr>
        <p:txBody>
          <a:bodyPr lIns="457200" rIns="457200" bIns="0" anchor="b"/>
          <a:lstStyle>
            <a:lvl1pPr marL="0" indent="0" algn="l">
              <a:buNone/>
              <a:defRPr sz="1800" cap="all" baseline="0">
                <a:solidFill>
                  <a:schemeClr val="bg1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EDIT SUBTITLE TEXT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8217E07-A627-D325-9441-9AC4C26D20DE}"/>
              </a:ext>
            </a:extLst>
          </p:cNvPr>
          <p:cNvSpPr>
            <a:spLocks noGrp="1"/>
          </p:cNvSpPr>
          <p:nvPr>
            <p:ph type="dt" sz="half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9CA8F28-87F3-3288-EFF5-D69183E99059}"/>
              </a:ext>
            </a:extLst>
          </p:cNvPr>
          <p:cNvSpPr>
            <a:spLocks noGrp="1"/>
          </p:cNvSpPr>
          <p:nvPr>
            <p:ph type="ftr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05718103-A717-4193-1633-740DD003EF5C}"/>
              </a:ext>
            </a:extLst>
          </p:cNvPr>
          <p:cNvSpPr>
            <a:spLocks noGrp="1"/>
          </p:cNvSpPr>
          <p:nvPr>
            <p:ph type="sldNum" sz="quarter" idx="1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805809"/>
      </p:ext>
    </p:extLst>
  </p:cSld>
  <p:clrMapOvr>
    <a:masterClrMapping/>
  </p:clrMapOvr>
  <p:transition>
    <p:fade/>
  </p:transition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3102A3-23DA-4270-8CB7-910A4E27DD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0" y="1828800"/>
            <a:ext cx="5334817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114800"/>
            <a:ext cx="5334817" cy="2103120"/>
          </a:xfrm>
        </p:spPr>
        <p:txBody>
          <a:bodyPr lIns="0" tIns="0" rIns="0" bIns="91440">
            <a:normAutofit/>
          </a:bodyPr>
          <a:lstStyle>
            <a:lvl1pPr marL="0" indent="0">
              <a:lnSpc>
                <a:spcPct val="90000"/>
              </a:lnSpc>
              <a:spcBef>
                <a:spcPts val="200"/>
              </a:spcBef>
              <a:spcAft>
                <a:spcPts val="0"/>
              </a:spcAft>
              <a:buClr>
                <a:schemeClr val="accent1"/>
              </a:buClr>
              <a:buFont typeface="IBM Plex Sans" panose="020B0503050203000203" pitchFamily="34" charset="0"/>
              <a:buNone/>
              <a:defRPr sz="1400">
                <a:latin typeface="+mn-lt"/>
                <a:ea typeface="+mn-ea"/>
                <a:cs typeface="+mn-cs"/>
              </a:defRPr>
            </a:lvl1pPr>
            <a:lvl2pPr marL="228600" indent="0">
              <a:spcBef>
                <a:spcPts val="200"/>
              </a:spcBef>
              <a:buNone/>
              <a:defRPr sz="1200"/>
            </a:lvl2pPr>
            <a:lvl3pPr marL="457200" indent="0">
              <a:spcBef>
                <a:spcPts val="200"/>
              </a:spcBef>
              <a:buNone/>
              <a:defRPr sz="1100"/>
            </a:lvl3pPr>
            <a:lvl4pPr marL="685800" indent="0">
              <a:spcBef>
                <a:spcPts val="200"/>
              </a:spcBef>
              <a:buNone/>
              <a:defRPr sz="1050"/>
            </a:lvl4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</a:t>
            </a:r>
          </a:p>
          <a:p>
            <a:pPr lvl="2"/>
            <a:r>
              <a:rPr lang="en-US"/>
              <a:t>Third</a:t>
            </a:r>
          </a:p>
          <a:p>
            <a:pPr lvl="3"/>
            <a:r>
              <a:rPr lang="en-US"/>
              <a:t>Fourth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E07572F-0F6E-1B4B-866E-F7764EE6687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3474719"/>
            <a:ext cx="5334817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4C5C7C91-5643-9299-F33F-0C18D5F55E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6371753" y="1828800"/>
            <a:ext cx="5359438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4161E8B9-9CCB-30FF-A39C-79F9E3060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371754" y="4114800"/>
            <a:ext cx="5359438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None/>
              <a:defRPr lang="en-US" sz="1400" dirty="0" smtClean="0"/>
            </a:lvl1pPr>
            <a:lvl2pPr marL="228600" indent="0">
              <a:buNone/>
              <a:defRPr lang="en-US" sz="1200" dirty="0" smtClean="0"/>
            </a:lvl2pPr>
            <a:lvl3pPr marL="457200" indent="0">
              <a:buNone/>
              <a:defRPr lang="en-US" sz="1100" dirty="0" smtClean="0"/>
            </a:lvl3pPr>
            <a:lvl4pPr marL="685800" indent="0"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ED5024-06DB-E538-92DD-326FEC420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6371754" y="3474719"/>
            <a:ext cx="5359438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B4FB7E4-3653-8013-601C-73C35DBEBBC1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105D5F42-7B75-11CB-D5BE-ED9A089CCC69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76DA91D-26A4-49AE-3C1F-F33945576FBD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4099599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3102A3-23DA-4270-8CB7-910A4E27DD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0" y="1828800"/>
            <a:ext cx="3200399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114800"/>
            <a:ext cx="3200399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E07572F-0F6E-1B4B-866E-F7764EE6687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3474719"/>
            <a:ext cx="3200399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4C5C7C91-5643-9299-F33F-0C18D5F55E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4495800" y="1828800"/>
            <a:ext cx="3200399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4161E8B9-9CCB-30FF-A39C-79F9E3060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4495800" y="4114800"/>
            <a:ext cx="320040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2" name="Picture Placeholder 34">
            <a:extLst>
              <a:ext uri="{FF2B5EF4-FFF2-40B4-BE49-F238E27FC236}">
                <a16:creationId xmlns:a16="http://schemas.microsoft.com/office/drawing/2014/main" id="{BF2E9F1F-946F-32AE-F534-82647E3C76B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8517144" y="1828800"/>
            <a:ext cx="3200399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C1788FE8-B839-09BF-9B7D-4060F1528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517143" y="4114800"/>
            <a:ext cx="320040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99820282-21F3-CFA8-13EA-EBDD6B7B44DC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4495800" y="3474719"/>
            <a:ext cx="320040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18" name="Text Placeholder 14">
            <a:extLst>
              <a:ext uri="{FF2B5EF4-FFF2-40B4-BE49-F238E27FC236}">
                <a16:creationId xmlns:a16="http://schemas.microsoft.com/office/drawing/2014/main" id="{1467F9D8-A0E2-773F-A178-4C0AD11931F8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517143" y="3474719"/>
            <a:ext cx="320040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24AB08E-3045-F05D-8050-BF53707021F8}"/>
              </a:ext>
            </a:extLst>
          </p:cNvPr>
          <p:cNvSpPr>
            <a:spLocks noGrp="1"/>
          </p:cNvSpPr>
          <p:nvPr>
            <p:ph type="dt" sz="half" idx="23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3113707-1C0F-5395-92A6-0CD48DBA39FD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9AAFFFB-C962-80AC-F984-F142C8E59899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08145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3102A3-23DA-4270-8CB7-910A4E27DD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0" y="1828800"/>
            <a:ext cx="2377440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4114800"/>
            <a:ext cx="237744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E07572F-0F6E-1B4B-866E-F7764EE6687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3474720"/>
            <a:ext cx="237744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4C5C7C91-5643-9299-F33F-0C18D5F55E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432250" y="1828800"/>
            <a:ext cx="2377440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4161E8B9-9CCB-30FF-A39C-79F9E3060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3432252" y="4114800"/>
            <a:ext cx="237744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ED5024-06DB-E538-92DD-326FEC420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432252" y="3474720"/>
            <a:ext cx="237744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2" name="Picture Placeholder 34">
            <a:extLst>
              <a:ext uri="{FF2B5EF4-FFF2-40B4-BE49-F238E27FC236}">
                <a16:creationId xmlns:a16="http://schemas.microsoft.com/office/drawing/2014/main" id="{BF2E9F1F-946F-32AE-F534-82647E3C76B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6391856" y="1828800"/>
            <a:ext cx="2377440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C1788FE8-B839-09BF-9B7D-4060F1528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391860" y="4114800"/>
            <a:ext cx="237744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FD199A9-7857-6799-6AF4-43A41DA37F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6391860" y="3474720"/>
            <a:ext cx="237744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2" name="Picture Placeholder 34">
            <a:extLst>
              <a:ext uri="{FF2B5EF4-FFF2-40B4-BE49-F238E27FC236}">
                <a16:creationId xmlns:a16="http://schemas.microsoft.com/office/drawing/2014/main" id="{9600455E-9CCA-44F3-693F-C66969B3310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351463" y="1828800"/>
            <a:ext cx="2377440" cy="1554480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5BD39A07-3412-E2D6-703F-945590E0BA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9351468" y="4114800"/>
            <a:ext cx="237744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D3001D-C3E1-C1C1-5F5E-92842DE0F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9351468" y="3474720"/>
            <a:ext cx="237744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0B2914C-EAD5-0460-6760-EFEBD20C1889}"/>
              </a:ext>
            </a:extLst>
          </p:cNvPr>
          <p:cNvSpPr>
            <a:spLocks noGrp="1"/>
          </p:cNvSpPr>
          <p:nvPr>
            <p:ph type="dt" sz="half" idx="25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6EAE7C51-377B-5BDA-9548-F20A0EE13469}"/>
              </a:ext>
            </a:extLst>
          </p:cNvPr>
          <p:cNvSpPr>
            <a:spLocks noGrp="1"/>
          </p:cNvSpPr>
          <p:nvPr>
            <p:ph type="ftr" sz="quarter" idx="26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DC477677-867B-B051-948C-CAE711A8C72E}"/>
              </a:ext>
            </a:extLst>
          </p:cNvPr>
          <p:cNvSpPr>
            <a:spLocks noGrp="1"/>
          </p:cNvSpPr>
          <p:nvPr>
            <p:ph type="sldNum" sz="quarter" idx="27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889492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umn Im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lvl="0"/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6F3102A3-23DA-4270-8CB7-910A4E27DD2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457200" y="1828800"/>
            <a:ext cx="2011680" cy="1542448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1" y="4114800"/>
            <a:ext cx="201168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0" name="Subtitle 2">
            <a:extLst>
              <a:ext uri="{FF2B5EF4-FFF2-40B4-BE49-F238E27FC236}">
                <a16:creationId xmlns:a16="http://schemas.microsoft.com/office/drawing/2014/main" id="{FE07572F-0F6E-1B4B-866E-F7764EE6687C}"/>
              </a:ext>
            </a:extLst>
          </p:cNvPr>
          <p:cNvSpPr>
            <a:spLocks noGrp="1"/>
          </p:cNvSpPr>
          <p:nvPr>
            <p:ph type="subTitle" idx="11" hasCustomPrompt="1"/>
          </p:nvPr>
        </p:nvSpPr>
        <p:spPr>
          <a:xfrm>
            <a:off x="457200" y="3474720"/>
            <a:ext cx="201168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7" name="Picture Placeholder 34">
            <a:extLst>
              <a:ext uri="{FF2B5EF4-FFF2-40B4-BE49-F238E27FC236}">
                <a16:creationId xmlns:a16="http://schemas.microsoft.com/office/drawing/2014/main" id="{4C5C7C91-5643-9299-F33F-0C18D5F55EB7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2772778" y="1828800"/>
            <a:ext cx="2011680" cy="1542448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8" name="Text Placeholder 38">
            <a:extLst>
              <a:ext uri="{FF2B5EF4-FFF2-40B4-BE49-F238E27FC236}">
                <a16:creationId xmlns:a16="http://schemas.microsoft.com/office/drawing/2014/main" id="{4161E8B9-9CCB-30FF-A39C-79F9E30608BC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2772778" y="4114800"/>
            <a:ext cx="201168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C1ED5024-06DB-E538-92DD-326FEC420769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2772778" y="3474720"/>
            <a:ext cx="201168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2" name="Picture Placeholder 34">
            <a:extLst>
              <a:ext uri="{FF2B5EF4-FFF2-40B4-BE49-F238E27FC236}">
                <a16:creationId xmlns:a16="http://schemas.microsoft.com/office/drawing/2014/main" id="{BF2E9F1F-946F-32AE-F534-82647E3C76B4}"/>
              </a:ext>
            </a:extLst>
          </p:cNvPr>
          <p:cNvSpPr>
            <a:spLocks noGrp="1"/>
          </p:cNvSpPr>
          <p:nvPr>
            <p:ph type="pic" sz="quarter" idx="19"/>
          </p:nvPr>
        </p:nvSpPr>
        <p:spPr>
          <a:xfrm>
            <a:off x="5088356" y="1828800"/>
            <a:ext cx="2011680" cy="1542448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16" name="Text Placeholder 38">
            <a:extLst>
              <a:ext uri="{FF2B5EF4-FFF2-40B4-BE49-F238E27FC236}">
                <a16:creationId xmlns:a16="http://schemas.microsoft.com/office/drawing/2014/main" id="{C1788FE8-B839-09BF-9B7D-4060F15280A1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088356" y="4114800"/>
            <a:ext cx="201168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7" name="Text Placeholder 10">
            <a:extLst>
              <a:ext uri="{FF2B5EF4-FFF2-40B4-BE49-F238E27FC236}">
                <a16:creationId xmlns:a16="http://schemas.microsoft.com/office/drawing/2014/main" id="{1FD199A9-7857-6799-6AF4-43A41DA37F58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088356" y="3474720"/>
            <a:ext cx="201168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2" name="Picture Placeholder 34">
            <a:extLst>
              <a:ext uri="{FF2B5EF4-FFF2-40B4-BE49-F238E27FC236}">
                <a16:creationId xmlns:a16="http://schemas.microsoft.com/office/drawing/2014/main" id="{9600455E-9CCA-44F3-693F-C66969B33104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7403934" y="1828800"/>
            <a:ext cx="2011680" cy="1542448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5BD39A07-3412-E2D6-703F-945590E0BA22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7403934" y="4114800"/>
            <a:ext cx="201168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4" name="Text Placeholder 10">
            <a:extLst>
              <a:ext uri="{FF2B5EF4-FFF2-40B4-BE49-F238E27FC236}">
                <a16:creationId xmlns:a16="http://schemas.microsoft.com/office/drawing/2014/main" id="{EBD3001D-C3E1-C1C1-5F5E-92842DE0FEE4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7403934" y="3474720"/>
            <a:ext cx="201168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5" name="Picture Placeholder 34">
            <a:extLst>
              <a:ext uri="{FF2B5EF4-FFF2-40B4-BE49-F238E27FC236}">
                <a16:creationId xmlns:a16="http://schemas.microsoft.com/office/drawing/2014/main" id="{B37B1F26-46B9-45FD-3C41-1D51D881663E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9719511" y="1828800"/>
            <a:ext cx="2011680" cy="1542448"/>
          </a:xfrm>
        </p:spPr>
        <p:txBody>
          <a:bodyPr anchor="ctr"/>
          <a:lstStyle>
            <a:lvl1pPr marL="0" indent="0" algn="ctr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Font typeface="IBM Plex Sans" panose="020B0503050203000203" pitchFamily="34" charset="0"/>
              <a:buNone/>
              <a:defRPr sz="2400">
                <a:latin typeface="+mn-lt"/>
                <a:ea typeface="+mn-ea"/>
                <a:cs typeface="+mn-cs"/>
              </a:defRPr>
            </a:lvl1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Text Placeholder 38">
            <a:extLst>
              <a:ext uri="{FF2B5EF4-FFF2-40B4-BE49-F238E27FC236}">
                <a16:creationId xmlns:a16="http://schemas.microsoft.com/office/drawing/2014/main" id="{FCA445B1-D25B-4E53-FD5D-EB423E65D419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9719511" y="4114800"/>
            <a:ext cx="2011680" cy="210312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0" name="Text Placeholder 10">
            <a:extLst>
              <a:ext uri="{FF2B5EF4-FFF2-40B4-BE49-F238E27FC236}">
                <a16:creationId xmlns:a16="http://schemas.microsoft.com/office/drawing/2014/main" id="{A78474E3-8271-69CF-6B54-D9264FA735DB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719511" y="3474720"/>
            <a:ext cx="2011680" cy="548640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4" name="Date Placeholder 13">
            <a:extLst>
              <a:ext uri="{FF2B5EF4-FFF2-40B4-BE49-F238E27FC236}">
                <a16:creationId xmlns:a16="http://schemas.microsoft.com/office/drawing/2014/main" id="{252968C7-7C3B-D8FC-0ABC-5F25FDFA8EA1}"/>
              </a:ext>
            </a:extLst>
          </p:cNvPr>
          <p:cNvSpPr>
            <a:spLocks noGrp="1"/>
          </p:cNvSpPr>
          <p:nvPr>
            <p:ph type="dt" sz="half" idx="28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5" name="Footer Placeholder 14">
            <a:extLst>
              <a:ext uri="{FF2B5EF4-FFF2-40B4-BE49-F238E27FC236}">
                <a16:creationId xmlns:a16="http://schemas.microsoft.com/office/drawing/2014/main" id="{3CFA3005-92DC-68BD-8D58-7BCC73C4A62E}"/>
              </a:ext>
            </a:extLst>
          </p:cNvPr>
          <p:cNvSpPr>
            <a:spLocks noGrp="1"/>
          </p:cNvSpPr>
          <p:nvPr>
            <p:ph type="ftr" sz="quarter" idx="2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8" name="Slide Number Placeholder 17">
            <a:extLst>
              <a:ext uri="{FF2B5EF4-FFF2-40B4-BE49-F238E27FC236}">
                <a16:creationId xmlns:a16="http://schemas.microsoft.com/office/drawing/2014/main" id="{428C3930-507A-5EAE-EC6D-7917CD97C87F}"/>
              </a:ext>
            </a:extLst>
          </p:cNvPr>
          <p:cNvSpPr>
            <a:spLocks noGrp="1"/>
          </p:cNvSpPr>
          <p:nvPr>
            <p:ph type="sldNum" sz="quarter" idx="30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140831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Col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91E2BDA6-0AF0-1C16-C5EE-07EDE0979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931920"/>
            <a:ext cx="5334817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B4DBB68-6ECF-B667-E7CB-DC8B9B06B3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200400"/>
            <a:ext cx="5259452" cy="576218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78094ACA-E229-8802-8B6C-46B1302121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6463317" y="3931920"/>
            <a:ext cx="5259451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8CF453D3-A7AD-4088-FEDB-3FB7E6AC27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6463317" y="3200400"/>
            <a:ext cx="5259451" cy="576218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80E6D9A4-0FBD-329E-F398-D5C872D59F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2271293"/>
            <a:ext cx="5259452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1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2BDF64BD-C8A6-42B3-91EE-4C566F6E63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463317" y="2271293"/>
            <a:ext cx="5259451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6C9CD38-F6C5-980B-2931-EE36307B7393}"/>
              </a:ext>
            </a:extLst>
          </p:cNvPr>
          <p:cNvSpPr>
            <a:spLocks noGrp="1"/>
          </p:cNvSpPr>
          <p:nvPr>
            <p:ph type="dt" sz="half" idx="34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4DBB13BC-1ED8-7D01-5804-8E419DD7DA5D}"/>
              </a:ext>
            </a:extLst>
          </p:cNvPr>
          <p:cNvSpPr>
            <a:spLocks noGrp="1"/>
          </p:cNvSpPr>
          <p:nvPr>
            <p:ph type="ftr" sz="quarter" idx="35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DD98111-D5DA-EC5E-FBE6-669A12E72B29}"/>
              </a:ext>
            </a:extLst>
          </p:cNvPr>
          <p:cNvSpPr>
            <a:spLocks noGrp="1"/>
          </p:cNvSpPr>
          <p:nvPr>
            <p:ph type="sldNum" sz="quarter" idx="36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994337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Col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91E2BDA6-0AF0-1C16-C5EE-07EDE097915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931920"/>
            <a:ext cx="3522092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/>
            </a:lvl1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6" name="Subtitle 2">
            <a:extLst>
              <a:ext uri="{FF2B5EF4-FFF2-40B4-BE49-F238E27FC236}">
                <a16:creationId xmlns:a16="http://schemas.microsoft.com/office/drawing/2014/main" id="{AB4DBB68-6ECF-B667-E7CB-DC8B9B06B3F1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200400"/>
            <a:ext cx="3522092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18" name="Text Placeholder 38">
            <a:extLst>
              <a:ext uri="{FF2B5EF4-FFF2-40B4-BE49-F238E27FC236}">
                <a16:creationId xmlns:a16="http://schemas.microsoft.com/office/drawing/2014/main" id="{78094ACA-E229-8802-8B6C-46B130212107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4335780" y="3931920"/>
            <a:ext cx="352044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/>
            </a:lvl1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9" name="Text Placeholder 11">
            <a:extLst>
              <a:ext uri="{FF2B5EF4-FFF2-40B4-BE49-F238E27FC236}">
                <a16:creationId xmlns:a16="http://schemas.microsoft.com/office/drawing/2014/main" id="{8CF453D3-A7AD-4088-FEDB-3FB7E6AC2708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335780" y="3200400"/>
            <a:ext cx="352044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20" name="Text Placeholder 38">
            <a:extLst>
              <a:ext uri="{FF2B5EF4-FFF2-40B4-BE49-F238E27FC236}">
                <a16:creationId xmlns:a16="http://schemas.microsoft.com/office/drawing/2014/main" id="{665AE008-C91D-AC3E-4E75-3225EE4EB345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195859" y="3931920"/>
            <a:ext cx="3536537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/>
            </a:lvl1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1" name="Text Placeholder 11">
            <a:extLst>
              <a:ext uri="{FF2B5EF4-FFF2-40B4-BE49-F238E27FC236}">
                <a16:creationId xmlns:a16="http://schemas.microsoft.com/office/drawing/2014/main" id="{1AED2F84-9B5F-CE24-93AD-EEF44537311F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195859" y="3200400"/>
            <a:ext cx="3536537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 TEXT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80E6D9A4-0FBD-329E-F398-D5C872D59F94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2271293"/>
            <a:ext cx="3520440" cy="788512"/>
          </a:xfrm>
        </p:spPr>
        <p:txBody>
          <a:bodyPr vert="horz" lIns="0" tIns="0" rIns="0" bIns="0" rtlCol="0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sz="6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/>
              <a:t>1</a:t>
            </a:r>
          </a:p>
        </p:txBody>
      </p:sp>
      <p:sp>
        <p:nvSpPr>
          <p:cNvPr id="25" name="Text Placeholder 20">
            <a:extLst>
              <a:ext uri="{FF2B5EF4-FFF2-40B4-BE49-F238E27FC236}">
                <a16:creationId xmlns:a16="http://schemas.microsoft.com/office/drawing/2014/main" id="{2BDF64BD-C8A6-42B3-91EE-4C566F6E638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335780" y="2267712"/>
            <a:ext cx="352044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6" name="Text Placeholder 20">
            <a:extLst>
              <a:ext uri="{FF2B5EF4-FFF2-40B4-BE49-F238E27FC236}">
                <a16:creationId xmlns:a16="http://schemas.microsoft.com/office/drawing/2014/main" id="{2FA69779-9C11-7D8F-885E-373F3DFABE1E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194653" y="2267712"/>
            <a:ext cx="3536537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6D1D3CC6-32A4-D9C7-AB82-3743EFA341F1}"/>
              </a:ext>
            </a:extLst>
          </p:cNvPr>
          <p:cNvSpPr>
            <a:spLocks noGrp="1"/>
          </p:cNvSpPr>
          <p:nvPr>
            <p:ph type="dt" sz="half" idx="35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12B70466-8D5D-8B11-DB82-3FC5742BA9B7}"/>
              </a:ext>
            </a:extLst>
          </p:cNvPr>
          <p:cNvSpPr>
            <a:spLocks noGrp="1"/>
          </p:cNvSpPr>
          <p:nvPr>
            <p:ph type="ftr" sz="quarter" idx="36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2" name="Slide Number Placeholder 11">
            <a:extLst>
              <a:ext uri="{FF2B5EF4-FFF2-40B4-BE49-F238E27FC236}">
                <a16:creationId xmlns:a16="http://schemas.microsoft.com/office/drawing/2014/main" id="{596EA887-C65A-D4C5-AA4D-2063BBDCD967}"/>
              </a:ext>
            </a:extLst>
          </p:cNvPr>
          <p:cNvSpPr>
            <a:spLocks noGrp="1"/>
          </p:cNvSpPr>
          <p:nvPr>
            <p:ph type="sldNum" sz="quarter" idx="37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8040184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Col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64" y="3931920"/>
            <a:ext cx="237744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FB77550-E160-7C9D-B924-9BD7FFE6BF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64" y="3200400"/>
            <a:ext cx="237744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EE89B4B7-4376-960B-FD98-CE0D9E1232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3422654" y="3931920"/>
            <a:ext cx="237744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B232A6-2373-DA1B-FB47-8739C7616E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422654" y="3200400"/>
            <a:ext cx="237744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B0EC91D3-2538-97AD-8E43-D1068476A1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388044" y="3931920"/>
            <a:ext cx="237744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7FD63C6-9FDC-37B4-4D7C-FBE5F27717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6388044" y="3200400"/>
            <a:ext cx="237744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E0BD61A5-0C75-6F49-468A-B298360629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9353434" y="3931920"/>
            <a:ext cx="237744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0C020F8F-E40F-3676-C31A-F4E18E6EFD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353434" y="3200400"/>
            <a:ext cx="237744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342900" lvl="0" indent="-3429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342900" lvl="0" indent="-3429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5C4F15-6486-C0C1-006F-649BBBB648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2271293"/>
            <a:ext cx="2377439" cy="78851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6000" b="1" dirty="0">
                <a:solidFill>
                  <a:schemeClr val="accent1"/>
                </a:solidFill>
                <a:latin typeface="+mj-lt"/>
              </a:defRPr>
            </a:lvl1pPr>
          </a:lstStyle>
          <a:p>
            <a:pPr marL="228600" lvl="0" indent="-228600"/>
            <a:r>
              <a:rPr lang="en-US"/>
              <a:t>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C2CA8B6-D0A6-EA8A-4605-93750E9D10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3422505" y="2267712"/>
            <a:ext cx="237744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76F13A4A-AAC4-3B91-D735-0AE1EA151B8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6387810" y="2267712"/>
            <a:ext cx="237744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A54AE6D-443C-98AC-A695-E778A62C5C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9353116" y="2267712"/>
            <a:ext cx="237744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j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2A49C69-BF00-DC7A-0333-6356D3A925D6}"/>
              </a:ext>
            </a:extLst>
          </p:cNvPr>
          <p:cNvSpPr>
            <a:spLocks noGrp="1"/>
          </p:cNvSpPr>
          <p:nvPr>
            <p:ph type="dt" sz="half" idx="36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699DE91-F046-4514-FB5B-B21B6D55CE09}"/>
              </a:ext>
            </a:extLst>
          </p:cNvPr>
          <p:cNvSpPr>
            <a:spLocks noGrp="1"/>
          </p:cNvSpPr>
          <p:nvPr>
            <p:ph type="ftr" sz="quarter" idx="3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2E6919D-735A-B055-44F8-554E9163FFB7}"/>
              </a:ext>
            </a:extLst>
          </p:cNvPr>
          <p:cNvSpPr>
            <a:spLocks noGrp="1"/>
          </p:cNvSpPr>
          <p:nvPr>
            <p:ph type="sldNum" sz="quarter" idx="38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7739457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 Numbere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931920"/>
            <a:ext cx="210312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2" name="Subtitle 2">
            <a:extLst>
              <a:ext uri="{FF2B5EF4-FFF2-40B4-BE49-F238E27FC236}">
                <a16:creationId xmlns:a16="http://schemas.microsoft.com/office/drawing/2014/main" id="{9FB77550-E160-7C9D-B924-9BD7FFE6BF32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457200" y="3200400"/>
            <a:ext cx="210312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228600" lvl="0" indent="-2286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EE89B4B7-4376-960B-FD98-CE0D9E123293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2749918" y="3931920"/>
            <a:ext cx="210312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57B232A6-2373-DA1B-FB47-8739C7616E4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749918" y="3200400"/>
            <a:ext cx="210312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228600" lvl="0" indent="-2286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4" name="Text Placeholder 38">
            <a:extLst>
              <a:ext uri="{FF2B5EF4-FFF2-40B4-BE49-F238E27FC236}">
                <a16:creationId xmlns:a16="http://schemas.microsoft.com/office/drawing/2014/main" id="{B0EC91D3-2538-97AD-8E43-D1068476A1EE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5042636" y="3931920"/>
            <a:ext cx="210312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7" name="Text Placeholder 11">
            <a:extLst>
              <a:ext uri="{FF2B5EF4-FFF2-40B4-BE49-F238E27FC236}">
                <a16:creationId xmlns:a16="http://schemas.microsoft.com/office/drawing/2014/main" id="{87FD63C6-9FDC-37B4-4D7C-FBE5F27717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5042636" y="3200400"/>
            <a:ext cx="210312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228600" lvl="0" indent="-2286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1" name="Text Placeholder 38">
            <a:extLst>
              <a:ext uri="{FF2B5EF4-FFF2-40B4-BE49-F238E27FC236}">
                <a16:creationId xmlns:a16="http://schemas.microsoft.com/office/drawing/2014/main" id="{E0BD61A5-0C75-6F49-468A-B2983606292B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7335354" y="3931920"/>
            <a:ext cx="210312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18" name="Text Placeholder 11">
            <a:extLst>
              <a:ext uri="{FF2B5EF4-FFF2-40B4-BE49-F238E27FC236}">
                <a16:creationId xmlns:a16="http://schemas.microsoft.com/office/drawing/2014/main" id="{0C020F8F-E40F-3676-C31A-F4E18E6EFDC6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335354" y="3200400"/>
            <a:ext cx="210312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228600" lvl="0" indent="-2286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21" name="Text Placeholder 20">
            <a:extLst>
              <a:ext uri="{FF2B5EF4-FFF2-40B4-BE49-F238E27FC236}">
                <a16:creationId xmlns:a16="http://schemas.microsoft.com/office/drawing/2014/main" id="{835C4F15-6486-C0C1-006F-649BBBB648A0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7200" y="2271293"/>
            <a:ext cx="2103120" cy="788512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6000" b="1" dirty="0">
                <a:solidFill>
                  <a:schemeClr val="accent1"/>
                </a:solidFill>
                <a:latin typeface="+mn-lt"/>
              </a:defRPr>
            </a:lvl1pPr>
          </a:lstStyle>
          <a:p>
            <a:pPr marL="228600" lvl="0" indent="-228600"/>
            <a:r>
              <a:rPr lang="en-US"/>
              <a:t>1</a:t>
            </a:r>
          </a:p>
        </p:txBody>
      </p:sp>
      <p:sp>
        <p:nvSpPr>
          <p:cNvPr id="22" name="Text Placeholder 20">
            <a:extLst>
              <a:ext uri="{FF2B5EF4-FFF2-40B4-BE49-F238E27FC236}">
                <a16:creationId xmlns:a16="http://schemas.microsoft.com/office/drawing/2014/main" id="{8C2CA8B6-D0A6-EA8A-4605-93750E9D10E0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2749918" y="2267712"/>
            <a:ext cx="210312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2</a:t>
            </a:r>
          </a:p>
        </p:txBody>
      </p:sp>
      <p:sp>
        <p:nvSpPr>
          <p:cNvPr id="23" name="Text Placeholder 20">
            <a:extLst>
              <a:ext uri="{FF2B5EF4-FFF2-40B4-BE49-F238E27FC236}">
                <a16:creationId xmlns:a16="http://schemas.microsoft.com/office/drawing/2014/main" id="{76F13A4A-AAC4-3B91-D735-0AE1EA151B8B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5042636" y="2267712"/>
            <a:ext cx="210312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3</a:t>
            </a:r>
          </a:p>
        </p:txBody>
      </p:sp>
      <p:sp>
        <p:nvSpPr>
          <p:cNvPr id="24" name="Text Placeholder 20">
            <a:extLst>
              <a:ext uri="{FF2B5EF4-FFF2-40B4-BE49-F238E27FC236}">
                <a16:creationId xmlns:a16="http://schemas.microsoft.com/office/drawing/2014/main" id="{DA54AE6D-443C-98AC-A695-E778A62C5C7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7335354" y="2267712"/>
            <a:ext cx="210312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4</a:t>
            </a:r>
          </a:p>
        </p:txBody>
      </p:sp>
      <p:sp>
        <p:nvSpPr>
          <p:cNvPr id="4" name="Text Placeholder 38">
            <a:extLst>
              <a:ext uri="{FF2B5EF4-FFF2-40B4-BE49-F238E27FC236}">
                <a16:creationId xmlns:a16="http://schemas.microsoft.com/office/drawing/2014/main" id="{6B023CA2-F980-B7EC-46DA-3797530752E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628071" y="3931920"/>
            <a:ext cx="2103120" cy="2286000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>
              <a:defRPr lang="en-US" sz="1200" dirty="0" smtClean="0"/>
            </a:lvl2pPr>
            <a:lvl3pPr>
              <a:defRPr lang="en-US" sz="1100" dirty="0" smtClean="0"/>
            </a:lvl3pPr>
            <a:lvl4pPr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</p:txBody>
      </p:sp>
      <p:sp>
        <p:nvSpPr>
          <p:cNvPr id="7" name="Text Placeholder 11">
            <a:extLst>
              <a:ext uri="{FF2B5EF4-FFF2-40B4-BE49-F238E27FC236}">
                <a16:creationId xmlns:a16="http://schemas.microsoft.com/office/drawing/2014/main" id="{5FD053FF-EDA5-E30C-A93C-31F79C14537D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628071" y="3200400"/>
            <a:ext cx="2103120" cy="576072"/>
          </a:xfr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lang="en-US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spcBef>
                <a:spcPts val="0"/>
              </a:spcBef>
            </a:pPr>
            <a:r>
              <a:rPr lang="en-US"/>
              <a:t>CLICK TO EDIT</a:t>
            </a:r>
          </a:p>
          <a:p>
            <a:pPr marL="228600" lvl="0" indent="-228600">
              <a:spcBef>
                <a:spcPts val="0"/>
              </a:spcBef>
            </a:pPr>
            <a:r>
              <a:rPr lang="en-US"/>
              <a:t>TEXT</a:t>
            </a:r>
          </a:p>
        </p:txBody>
      </p:sp>
      <p:sp>
        <p:nvSpPr>
          <p:cNvPr id="15" name="Text Placeholder 20">
            <a:extLst>
              <a:ext uri="{FF2B5EF4-FFF2-40B4-BE49-F238E27FC236}">
                <a16:creationId xmlns:a16="http://schemas.microsoft.com/office/drawing/2014/main" id="{266D6E6E-C390-9A66-82A9-3D64996FF7DD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9628071" y="2267712"/>
            <a:ext cx="2103120" cy="788512"/>
          </a:xfrm>
        </p:spPr>
        <p:txBody>
          <a:bodyPr/>
          <a:lstStyle>
            <a:lvl1pPr marL="0" indent="0">
              <a:buFont typeface="IBM Plex Sans" panose="020B0503050203000203" pitchFamily="34" charset="0"/>
              <a:buNone/>
              <a:defRPr sz="6000" b="1">
                <a:solidFill>
                  <a:schemeClr val="accent1"/>
                </a:solidFill>
                <a:latin typeface="+mn-lt"/>
              </a:defRPr>
            </a:lvl1pPr>
          </a:lstStyle>
          <a:p>
            <a:pPr lvl="0"/>
            <a:r>
              <a:rPr lang="en-US"/>
              <a:t>5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F7C1C93-5DCD-DBE5-46DD-8E0A55F54684}"/>
              </a:ext>
            </a:extLst>
          </p:cNvPr>
          <p:cNvSpPr>
            <a:spLocks noGrp="1"/>
          </p:cNvSpPr>
          <p:nvPr>
            <p:ph type="dt" sz="half" idx="39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E96E3670-782B-01BC-D551-08F3F4660748}"/>
              </a:ext>
            </a:extLst>
          </p:cNvPr>
          <p:cNvSpPr>
            <a:spLocks noGrp="1"/>
          </p:cNvSpPr>
          <p:nvPr>
            <p:ph type="ftr" sz="quarter" idx="40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6" name="Slide Number Placeholder 15">
            <a:extLst>
              <a:ext uri="{FF2B5EF4-FFF2-40B4-BE49-F238E27FC236}">
                <a16:creationId xmlns:a16="http://schemas.microsoft.com/office/drawing/2014/main" id="{D9FAE1CD-77ED-0F1D-A364-682BF73B7C03}"/>
              </a:ext>
            </a:extLst>
          </p:cNvPr>
          <p:cNvSpPr>
            <a:spLocks noGrp="1"/>
          </p:cNvSpPr>
          <p:nvPr>
            <p:ph type="sldNum" sz="quarter" idx="41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343282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Freeform: Shape 3">
            <a:extLst>
              <a:ext uri="{FF2B5EF4-FFF2-40B4-BE49-F238E27FC236}">
                <a16:creationId xmlns:a16="http://schemas.microsoft.com/office/drawing/2014/main" id="{46AA369A-1FF1-10EB-E396-A5022B787B78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indent="0">
              <a:buFont typeface="IBM Plex Sans" panose="020B0503050203000203" pitchFamily="34" charset="0"/>
              <a:buNone/>
            </a:pPr>
            <a:endParaRPr lang="en-US"/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09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108959"/>
            <a:ext cx="5257798" cy="3036699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93904CCA-1CAC-960B-0C1D-26DC9889EE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6451954" y="3108959"/>
            <a:ext cx="5257798" cy="3036699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7B2A0B8-6970-EC22-B307-6CF1E2A35A53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17A055C-B23E-6765-210C-36A0CCAB96EC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DBCA37B-2477-A900-F1E6-54ACA3A95C6C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267823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 Col With Headlin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192807-A944-B307-2727-3F5A26E0AA8A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FAAAB596-5EA7-118C-A749-027CECCE286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58271169-BCB4-F3E4-BABE-F098D33C36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B6DAA1C-2C41-52EB-E052-FF87021D3A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16" name="Subtitle 52">
            <a:extLst>
              <a:ext uri="{FF2B5EF4-FFF2-40B4-BE49-F238E27FC236}">
                <a16:creationId xmlns:a16="http://schemas.microsoft.com/office/drawing/2014/main" id="{C26E70DF-78BD-79C0-0FC8-B3472207B45C}"/>
              </a:ext>
            </a:extLst>
          </p:cNvPr>
          <p:cNvSpPr>
            <a:spLocks noGrp="1"/>
          </p:cNvSpPr>
          <p:nvPr>
            <p:ph type="subTitle" idx="17" hasCustomPrompt="1"/>
          </p:nvPr>
        </p:nvSpPr>
        <p:spPr>
          <a:xfrm>
            <a:off x="457533" y="1463040"/>
            <a:ext cx="11273991" cy="294930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>
              <a:lnSpc>
                <a:spcPct val="85000"/>
              </a:lnSpc>
              <a:spcBef>
                <a:spcPts val="0"/>
              </a:spcBef>
            </a:pPr>
            <a:r>
              <a:rPr lang="en-US"/>
              <a:t>CLICK TO EDIT MASTER SUBTITLE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C780934E-59BE-1BF1-B032-925F4B483738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7200" y="2011363"/>
            <a:ext cx="2178050" cy="1033462"/>
          </a:xfrm>
        </p:spPr>
        <p:txBody>
          <a:bodyPr lIns="91440" tIns="182880" rIns="91440" bIns="182880"/>
          <a:lstStyle>
            <a:lvl1pPr marL="0" indent="0" algn="ctr">
              <a:buNone/>
              <a:defRPr sz="2000" b="1">
                <a:solidFill>
                  <a:schemeClr val="accent1">
                    <a:lumMod val="50000"/>
                  </a:schemeClr>
                </a:solidFill>
              </a:defRPr>
            </a:lvl1pPr>
            <a:lvl2pPr marL="228600" indent="-228600" algn="ctr">
              <a:spcBef>
                <a:spcPts val="300"/>
              </a:spcBef>
              <a:buNone/>
              <a:defRPr sz="1400">
                <a:solidFill>
                  <a:schemeClr val="accent1"/>
                </a:solidFill>
              </a:defRPr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Header Text</a:t>
            </a:r>
          </a:p>
          <a:p>
            <a:pPr lvl="1"/>
            <a:r>
              <a:rPr lang="en-US"/>
              <a:t>Subtext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31226BC7-DB69-E155-BE9E-D29E560E9AB4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2732863" y="2011363"/>
            <a:ext cx="2178050" cy="1033462"/>
          </a:xfrm>
        </p:spPr>
        <p:txBody>
          <a:bodyPr lIns="91440" tIns="182880" rIns="91440" bIns="182880"/>
          <a:lstStyle>
            <a:lvl1pPr marL="0" indent="0" algn="ctr">
              <a:buNone/>
              <a:defRPr sz="2000" b="1">
                <a:solidFill>
                  <a:schemeClr val="accent1">
                    <a:lumMod val="50000"/>
                  </a:schemeClr>
                </a:solidFill>
              </a:defRPr>
            </a:lvl1pPr>
            <a:lvl2pPr marL="228600" indent="-228600" algn="ctr">
              <a:spcBef>
                <a:spcPts val="300"/>
              </a:spcBef>
              <a:buNone/>
              <a:defRPr sz="1400">
                <a:solidFill>
                  <a:schemeClr val="accent1"/>
                </a:solidFill>
              </a:defRPr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Header Text</a:t>
            </a:r>
          </a:p>
          <a:p>
            <a:pPr lvl="1"/>
            <a:r>
              <a:rPr lang="en-US"/>
              <a:t>Subtext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F0915AC6-5253-DF7F-106B-3EF7EC23D806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006400" y="2011363"/>
            <a:ext cx="2178050" cy="1033462"/>
          </a:xfrm>
        </p:spPr>
        <p:txBody>
          <a:bodyPr lIns="91440" tIns="182880" rIns="91440" bIns="182880"/>
          <a:lstStyle>
            <a:lvl1pPr marL="0" indent="0" algn="ctr">
              <a:buNone/>
              <a:defRPr sz="2000" b="1">
                <a:solidFill>
                  <a:schemeClr val="accent1">
                    <a:lumMod val="50000"/>
                  </a:schemeClr>
                </a:solidFill>
              </a:defRPr>
            </a:lvl1pPr>
            <a:lvl2pPr marL="228600" indent="-228600" algn="ctr">
              <a:spcBef>
                <a:spcPts val="300"/>
              </a:spcBef>
              <a:buNone/>
              <a:defRPr sz="1400">
                <a:solidFill>
                  <a:schemeClr val="accent1"/>
                </a:solidFill>
              </a:defRPr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Header Text</a:t>
            </a:r>
          </a:p>
          <a:p>
            <a:pPr lvl="1"/>
            <a:r>
              <a:rPr lang="en-US"/>
              <a:t>Subtext</a:t>
            </a:r>
          </a:p>
        </p:txBody>
      </p:sp>
      <p:sp>
        <p:nvSpPr>
          <p:cNvPr id="34" name="Text Placeholder 30">
            <a:extLst>
              <a:ext uri="{FF2B5EF4-FFF2-40B4-BE49-F238E27FC236}">
                <a16:creationId xmlns:a16="http://schemas.microsoft.com/office/drawing/2014/main" id="{D492F7A5-7444-43C2-2D04-0DCE2BE548A9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7279937" y="2011363"/>
            <a:ext cx="2178050" cy="1033462"/>
          </a:xfrm>
        </p:spPr>
        <p:txBody>
          <a:bodyPr lIns="91440" tIns="182880" rIns="91440" bIns="182880"/>
          <a:lstStyle>
            <a:lvl1pPr marL="0" indent="0" algn="ctr">
              <a:buNone/>
              <a:defRPr sz="2000" b="1">
                <a:solidFill>
                  <a:schemeClr val="accent1">
                    <a:lumMod val="50000"/>
                  </a:schemeClr>
                </a:solidFill>
              </a:defRPr>
            </a:lvl1pPr>
            <a:lvl2pPr marL="228600" indent="-228600" algn="ctr">
              <a:spcBef>
                <a:spcPts val="300"/>
              </a:spcBef>
              <a:buNone/>
              <a:defRPr sz="1400">
                <a:solidFill>
                  <a:schemeClr val="accent1"/>
                </a:solidFill>
              </a:defRPr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Header Text</a:t>
            </a:r>
          </a:p>
          <a:p>
            <a:pPr lvl="1"/>
            <a:r>
              <a:rPr lang="en-US"/>
              <a:t>Subtext</a:t>
            </a:r>
          </a:p>
        </p:txBody>
      </p:sp>
      <p:sp>
        <p:nvSpPr>
          <p:cNvPr id="35" name="Text Placeholder 30">
            <a:extLst>
              <a:ext uri="{FF2B5EF4-FFF2-40B4-BE49-F238E27FC236}">
                <a16:creationId xmlns:a16="http://schemas.microsoft.com/office/drawing/2014/main" id="{80BB5056-648A-32F7-FB91-DB10AEFA9C0A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9553474" y="2011363"/>
            <a:ext cx="2178050" cy="1033462"/>
          </a:xfrm>
        </p:spPr>
        <p:txBody>
          <a:bodyPr lIns="91440" tIns="182880" rIns="91440" bIns="182880"/>
          <a:lstStyle>
            <a:lvl1pPr marL="0" indent="0" algn="ctr">
              <a:buNone/>
              <a:defRPr sz="2000" b="1">
                <a:solidFill>
                  <a:schemeClr val="accent1">
                    <a:lumMod val="50000"/>
                  </a:schemeClr>
                </a:solidFill>
              </a:defRPr>
            </a:lvl1pPr>
            <a:lvl2pPr marL="228600" indent="-228600" algn="ctr">
              <a:spcBef>
                <a:spcPts val="300"/>
              </a:spcBef>
              <a:buNone/>
              <a:defRPr sz="1400">
                <a:solidFill>
                  <a:schemeClr val="accent1"/>
                </a:solidFill>
              </a:defRPr>
            </a:lvl2pPr>
            <a:lvl3pPr marL="457200" indent="0" algn="ctr">
              <a:buNone/>
              <a:defRPr/>
            </a:lvl3pPr>
            <a:lvl4pPr marL="685800" indent="0" algn="ctr">
              <a:buNone/>
              <a:defRPr/>
            </a:lvl4pPr>
            <a:lvl5pPr marL="914400" indent="0" algn="ctr">
              <a:buNone/>
              <a:defRPr/>
            </a:lvl5pPr>
          </a:lstStyle>
          <a:p>
            <a:pPr lvl="0"/>
            <a:r>
              <a:rPr lang="en-US"/>
              <a:t>Header Text</a:t>
            </a:r>
          </a:p>
          <a:p>
            <a:pPr lvl="1"/>
            <a:r>
              <a:rPr lang="en-US"/>
              <a:t>Subtext</a:t>
            </a:r>
          </a:p>
        </p:txBody>
      </p:sp>
      <p:sp>
        <p:nvSpPr>
          <p:cNvPr id="38" name="Text Placeholder 37">
            <a:extLst>
              <a:ext uri="{FF2B5EF4-FFF2-40B4-BE49-F238E27FC236}">
                <a16:creationId xmlns:a16="http://schemas.microsoft.com/office/drawing/2014/main" id="{75C5E7AA-DB06-DD72-A498-215A7D0B1768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4110" y="3175000"/>
            <a:ext cx="2178050" cy="3009900"/>
          </a:xfrm>
        </p:spPr>
        <p:txBody>
          <a:bodyPr lIns="91440" tIns="91440" rIns="91440" bIns="182880"/>
          <a:lstStyle>
            <a:lvl1pPr marL="1143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400"/>
            </a:lvl1pPr>
            <a:lvl2pPr marL="2286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200"/>
            </a:lvl2pPr>
            <a:lvl3pPr marL="3429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100"/>
            </a:lvl3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7">
            <a:extLst>
              <a:ext uri="{FF2B5EF4-FFF2-40B4-BE49-F238E27FC236}">
                <a16:creationId xmlns:a16="http://schemas.microsoft.com/office/drawing/2014/main" id="{E15A2730-C215-8802-2E26-5F18421198AF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2732863" y="3175000"/>
            <a:ext cx="2178050" cy="3009900"/>
          </a:xfrm>
        </p:spPr>
        <p:txBody>
          <a:bodyPr lIns="91440" tIns="91440" rIns="91440" bIns="182880"/>
          <a:lstStyle>
            <a:lvl1pPr marL="1143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400"/>
            </a:lvl1pPr>
            <a:lvl2pPr marL="2286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200"/>
            </a:lvl2pPr>
            <a:lvl3pPr marL="3429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100"/>
            </a:lvl3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7">
            <a:extLst>
              <a:ext uri="{FF2B5EF4-FFF2-40B4-BE49-F238E27FC236}">
                <a16:creationId xmlns:a16="http://schemas.microsoft.com/office/drawing/2014/main" id="{B6FD3DCB-58C1-16B8-273E-881BE2C627E7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5006400" y="3175000"/>
            <a:ext cx="2178050" cy="3009900"/>
          </a:xfrm>
        </p:spPr>
        <p:txBody>
          <a:bodyPr lIns="91440" tIns="91440" rIns="91440" bIns="182880"/>
          <a:lstStyle>
            <a:lvl1pPr marL="1143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400"/>
            </a:lvl1pPr>
            <a:lvl2pPr marL="2286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200"/>
            </a:lvl2pPr>
            <a:lvl3pPr marL="3429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100"/>
            </a:lvl3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1" name="Text Placeholder 37">
            <a:extLst>
              <a:ext uri="{FF2B5EF4-FFF2-40B4-BE49-F238E27FC236}">
                <a16:creationId xmlns:a16="http://schemas.microsoft.com/office/drawing/2014/main" id="{7C65F3A9-BAD1-F36A-3176-945CDBDCE792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279937" y="3175000"/>
            <a:ext cx="2178050" cy="3009900"/>
          </a:xfrm>
        </p:spPr>
        <p:txBody>
          <a:bodyPr lIns="91440" tIns="91440" rIns="91440" bIns="182880"/>
          <a:lstStyle>
            <a:lvl1pPr marL="1143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400"/>
            </a:lvl1pPr>
            <a:lvl2pPr marL="2286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200"/>
            </a:lvl2pPr>
            <a:lvl3pPr marL="3429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100"/>
            </a:lvl3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2" name="Text Placeholder 37">
            <a:extLst>
              <a:ext uri="{FF2B5EF4-FFF2-40B4-BE49-F238E27FC236}">
                <a16:creationId xmlns:a16="http://schemas.microsoft.com/office/drawing/2014/main" id="{156CDE7F-ABD7-4AC2-0AFC-23A0804894E8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559840" y="3175000"/>
            <a:ext cx="2178050" cy="3009900"/>
          </a:xfrm>
        </p:spPr>
        <p:txBody>
          <a:bodyPr lIns="91440" tIns="91440" rIns="91440" bIns="182880"/>
          <a:lstStyle>
            <a:lvl1pPr marL="1143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400"/>
            </a:lvl1pPr>
            <a:lvl2pPr marL="2286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200"/>
            </a:lvl2pPr>
            <a:lvl3pPr marL="342900" indent="-114300">
              <a:buClr>
                <a:schemeClr val="accent1">
                  <a:lumMod val="50000"/>
                </a:schemeClr>
              </a:buClr>
              <a:buFont typeface="IBM Plex Sans" panose="020B0503050203000203" pitchFamily="34" charset="0"/>
              <a:buChar char="•"/>
              <a:defRPr sz="1100"/>
            </a:lvl3pPr>
          </a:lstStyle>
          <a:p>
            <a:pPr lvl="0"/>
            <a:r>
              <a:rPr lang="en-US"/>
              <a:t>Click to edit text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558362294"/>
      </p:ext>
    </p:extLst>
  </p:cSld>
  <p:clrMapOvr>
    <a:masterClrMapping/>
  </p:clrMapOvr>
  <p:transition>
    <p:fade/>
  </p:transition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1615D80-3960-7C80-4F76-4494942C8049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indent="0">
              <a:buFont typeface="IBM Plex Sans" panose="020B0503050203000203" pitchFamily="34" charset="0"/>
              <a:buNone/>
            </a:pPr>
            <a:endParaRPr lang="en-US"/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200" y="3108960"/>
            <a:ext cx="3474720" cy="3032426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93904CCA-1CAC-960B-0C1D-26DC9889EE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4358640" y="3108959"/>
            <a:ext cx="3474720" cy="3036699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18D99361-2EC5-AB54-49BC-533710AB07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8256471" y="3108959"/>
            <a:ext cx="3474720" cy="3036699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BDB22E6-E186-7026-077C-D5E45224B45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23A9880-8FDB-5DD9-A704-40544C259C9C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ADC594E2-6E1A-4FDA-96F7-EC5C642296ED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155466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 Butt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DBBE351B-F9E8-4A08-0401-104039555D2F}"/>
              </a:ext>
            </a:extLst>
          </p:cNvPr>
          <p:cNvSpPr/>
          <p:nvPr userDrawn="1"/>
        </p:nvSpPr>
        <p:spPr>
          <a:xfrm>
            <a:off x="-3609" y="6244633"/>
            <a:ext cx="5419092" cy="613367"/>
          </a:xfrm>
          <a:custGeom>
            <a:avLst/>
            <a:gdLst>
              <a:gd name="connsiteX0" fmla="*/ 0 w 5419092"/>
              <a:gd name="connsiteY0" fmla="*/ 0 h 613367"/>
              <a:gd name="connsiteX1" fmla="*/ 4805725 w 5419092"/>
              <a:gd name="connsiteY1" fmla="*/ 0 h 613367"/>
              <a:gd name="connsiteX2" fmla="*/ 5419092 w 5419092"/>
              <a:gd name="connsiteY2" fmla="*/ 613367 h 613367"/>
              <a:gd name="connsiteX3" fmla="*/ 0 w 5419092"/>
              <a:gd name="connsiteY3" fmla="*/ 613367 h 613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5419092" h="613367">
                <a:moveTo>
                  <a:pt x="0" y="0"/>
                </a:moveTo>
                <a:lnTo>
                  <a:pt x="4805725" y="0"/>
                </a:lnTo>
                <a:cubicBezTo>
                  <a:pt x="5144432" y="0"/>
                  <a:pt x="5419092" y="274662"/>
                  <a:pt x="5419092" y="613367"/>
                </a:cubicBezTo>
                <a:lnTo>
                  <a:pt x="0" y="613367"/>
                </a:lnTo>
                <a:close/>
              </a:path>
            </a:pathLst>
          </a:custGeom>
          <a:solidFill>
            <a:schemeClr val="accent1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pPr marL="0" indent="0">
              <a:buFont typeface="IBM Plex Sans" panose="020B0503050203000203" pitchFamily="34" charset="0"/>
              <a:buNone/>
            </a:pPr>
            <a:endParaRPr lang="en-US"/>
          </a:p>
        </p:txBody>
      </p:sp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22408751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 marL="0" indent="0">
              <a:buFont typeface="IBM Plex Sans" panose="020B0503050203000203" pitchFamily="34" charset="0"/>
              <a:buNone/>
              <a:defRPr sz="400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9" name="Text Placeholder 38">
            <a:extLst>
              <a:ext uri="{FF2B5EF4-FFF2-40B4-BE49-F238E27FC236}">
                <a16:creationId xmlns:a16="http://schemas.microsoft.com/office/drawing/2014/main" id="{EAE6DE0F-0ADD-444F-978D-6AA58793E072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57199" y="3108960"/>
            <a:ext cx="2514600" cy="3057172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3" name="Text Placeholder 38">
            <a:extLst>
              <a:ext uri="{FF2B5EF4-FFF2-40B4-BE49-F238E27FC236}">
                <a16:creationId xmlns:a16="http://schemas.microsoft.com/office/drawing/2014/main" id="{93904CCA-1CAC-960B-0C1D-26DC9889EE24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371779" y="3108960"/>
            <a:ext cx="2514600" cy="3057172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7" name="Text Placeholder 38">
            <a:extLst>
              <a:ext uri="{FF2B5EF4-FFF2-40B4-BE49-F238E27FC236}">
                <a16:creationId xmlns:a16="http://schemas.microsoft.com/office/drawing/2014/main" id="{18D99361-2EC5-AB54-49BC-533710AB071A}"/>
              </a:ext>
            </a:extLst>
          </p:cNvPr>
          <p:cNvSpPr>
            <a:spLocks noGrp="1"/>
          </p:cNvSpPr>
          <p:nvPr>
            <p:ph type="body" sz="quarter" idx="17" hasCustomPrompt="1"/>
          </p:nvPr>
        </p:nvSpPr>
        <p:spPr>
          <a:xfrm>
            <a:off x="6286359" y="3108960"/>
            <a:ext cx="2514600" cy="3057172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4" name="Text Placeholder 38">
            <a:extLst>
              <a:ext uri="{FF2B5EF4-FFF2-40B4-BE49-F238E27FC236}">
                <a16:creationId xmlns:a16="http://schemas.microsoft.com/office/drawing/2014/main" id="{9D1AF4A6-1771-F6AC-2C95-2C8B4DECAE39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9200939" y="3108960"/>
            <a:ext cx="2514600" cy="3057172"/>
          </a:xfrm>
        </p:spPr>
        <p:txBody>
          <a:bodyPr vert="horz" lIns="0" tIns="0" rIns="0" bIns="91440" rtlCol="0">
            <a:normAutofit/>
          </a:bodyPr>
          <a:lstStyle>
            <a:lvl1pPr marL="0" indent="0">
              <a:buFont typeface="IBM Plex Sans" panose="020B0503050203000203" pitchFamily="34" charset="0"/>
              <a:buNone/>
              <a:defRPr lang="en-US" sz="1400" dirty="0" smtClean="0"/>
            </a:lvl1pPr>
            <a:lvl2pPr marL="228600" indent="0">
              <a:buFont typeface="IBM Plex Sans" panose="020B0503050203000203" pitchFamily="34" charset="0"/>
              <a:buNone/>
              <a:defRPr lang="en-US" sz="1200" dirty="0" smtClean="0"/>
            </a:lvl2pPr>
            <a:lvl3pPr marL="457200" indent="0">
              <a:buFont typeface="IBM Plex Sans" panose="020B0503050203000203" pitchFamily="34" charset="0"/>
              <a:buNone/>
              <a:defRPr lang="en-US" sz="1100" dirty="0" smtClean="0"/>
            </a:lvl3pPr>
            <a:lvl4pPr marL="685800" indent="0">
              <a:buFont typeface="IBM Plex Sans" panose="020B0503050203000203" pitchFamily="34" charset="0"/>
              <a:buNone/>
              <a:defRPr lang="en-US" sz="1050" dirty="0"/>
            </a:lvl4pPr>
          </a:lstStyle>
          <a:p>
            <a:pPr lvl="0">
              <a:spcBef>
                <a:spcPts val="200"/>
              </a:spcBef>
              <a:spcAft>
                <a:spcPts val="0"/>
              </a:spcAft>
            </a:pPr>
            <a:r>
              <a:rPr lang="en-US"/>
              <a:t>Edit Master text styles</a:t>
            </a:r>
          </a:p>
          <a:p>
            <a:pPr lvl="1">
              <a:spcBef>
                <a:spcPts val="200"/>
              </a:spcBef>
            </a:pPr>
            <a:r>
              <a:rPr lang="en-US"/>
              <a:t>Second</a:t>
            </a:r>
          </a:p>
          <a:p>
            <a:pPr lvl="2">
              <a:spcBef>
                <a:spcPts val="200"/>
              </a:spcBef>
            </a:pPr>
            <a:r>
              <a:rPr lang="en-US"/>
              <a:t>Third</a:t>
            </a:r>
          </a:p>
          <a:p>
            <a:pPr lvl="3">
              <a:spcBef>
                <a:spcPts val="200"/>
              </a:spcBef>
            </a:pPr>
            <a:r>
              <a:rPr lang="en-US"/>
              <a:t>Fourth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E294F37-BED2-6D6C-5ACC-9F0FCFCB4589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9C8DBA19-E0E0-2079-DC59-AB6649875E84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F3DE37F-A0AC-9C41-6BE5-DA06AD5EB52D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120967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ulleted Lis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6" name="Object 5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417335995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6" name="Object 5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87325" y="365760"/>
            <a:ext cx="6353427" cy="118872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>
            <a:lvl1pPr>
              <a:defRPr sz="4000"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5" name="Picture Placeholder 23">
            <a:extLst>
              <a:ext uri="{FF2B5EF4-FFF2-40B4-BE49-F238E27FC236}">
                <a16:creationId xmlns:a16="http://schemas.microsoft.com/office/drawing/2014/main" id="{85722EBC-8176-2081-5A3F-1276FD28E162}"/>
              </a:ext>
            </a:extLst>
          </p:cNvPr>
          <p:cNvSpPr>
            <a:spLocks noGrp="1"/>
          </p:cNvSpPr>
          <p:nvPr>
            <p:ph type="pic" sz="quarter" idx="10" hasCustomPrompt="1"/>
          </p:nvPr>
        </p:nvSpPr>
        <p:spPr>
          <a:xfrm>
            <a:off x="7181815" y="1371600"/>
            <a:ext cx="4114800" cy="4114800"/>
          </a:xfrm>
          <a:prstGeom prst="roundRect">
            <a:avLst/>
          </a:prstGeo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r>
              <a:rPr lang="en-US"/>
              <a:t>Click to add image</a:t>
            </a:r>
          </a:p>
        </p:txBody>
      </p:sp>
      <p:sp>
        <p:nvSpPr>
          <p:cNvPr id="4" name="Subtitle 2">
            <a:extLst>
              <a:ext uri="{FF2B5EF4-FFF2-40B4-BE49-F238E27FC236}">
                <a16:creationId xmlns:a16="http://schemas.microsoft.com/office/drawing/2014/main" id="{ED3E3588-4F94-E7E6-FC5F-A5F90E4926CE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687325" y="1618488"/>
            <a:ext cx="6353427" cy="274320"/>
          </a:xfrm>
        </p:spPr>
        <p:txBody>
          <a:bodyPr lIns="0" tIns="0" rIns="0" bIns="0"/>
          <a:lstStyle>
            <a:lvl1pPr marL="0" indent="0" algn="l">
              <a:buNone/>
              <a:defRPr sz="2000" b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1" name="Content Placeholder 10">
            <a:extLst>
              <a:ext uri="{FF2B5EF4-FFF2-40B4-BE49-F238E27FC236}">
                <a16:creationId xmlns:a16="http://schemas.microsoft.com/office/drawing/2014/main" id="{6296326A-1A24-A631-2CB1-651056F4ECA1}"/>
              </a:ext>
            </a:extLst>
          </p:cNvPr>
          <p:cNvSpPr>
            <a:spLocks noGrp="1"/>
          </p:cNvSpPr>
          <p:nvPr>
            <p:ph sz="quarter" idx="15"/>
          </p:nvPr>
        </p:nvSpPr>
        <p:spPr>
          <a:xfrm>
            <a:off x="687450" y="2104723"/>
            <a:ext cx="6353429" cy="4113197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2C38D73B-EAE3-A46E-EA5B-1C0169CEE767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42412EE-2989-0E9E-CBC7-2A70D72C39D2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270B0269-8409-C0C6-76BB-9FEA49E2D133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820002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Omnipo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Graphic 17">
            <a:extLst>
              <a:ext uri="{FF2B5EF4-FFF2-40B4-BE49-F238E27FC236}">
                <a16:creationId xmlns:a16="http://schemas.microsoft.com/office/drawing/2014/main" id="{8597F1AA-4303-52E3-4513-A73300B25D1C}"/>
              </a:ext>
            </a:extLst>
          </p:cNvPr>
          <p:cNvSpPr/>
          <p:nvPr userDrawn="1"/>
        </p:nvSpPr>
        <p:spPr>
          <a:xfrm>
            <a:off x="0" y="0"/>
            <a:ext cx="4957010" cy="4538932"/>
          </a:xfrm>
          <a:custGeom>
            <a:avLst/>
            <a:gdLst>
              <a:gd name="connsiteX0" fmla="*/ 0 w 5158820"/>
              <a:gd name="connsiteY0" fmla="*/ 3585115 h 3585114"/>
              <a:gd name="connsiteX1" fmla="*/ 0 w 5158820"/>
              <a:gd name="connsiteY1" fmla="*/ 0 h 3585114"/>
              <a:gd name="connsiteX2" fmla="*/ 5158820 w 5158820"/>
              <a:gd name="connsiteY2" fmla="*/ 0 h 3585114"/>
              <a:gd name="connsiteX3" fmla="*/ 5158820 w 5158820"/>
              <a:gd name="connsiteY3" fmla="*/ 2407730 h 3585114"/>
              <a:gd name="connsiteX4" fmla="*/ 3569424 w 5158820"/>
              <a:gd name="connsiteY4" fmla="*/ 3585115 h 3585114"/>
              <a:gd name="connsiteX5" fmla="*/ 0 w 5158820"/>
              <a:gd name="connsiteY5" fmla="*/ 3585115 h 358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58820" h="3585114">
                <a:moveTo>
                  <a:pt x="0" y="3585115"/>
                </a:moveTo>
                <a:lnTo>
                  <a:pt x="0" y="0"/>
                </a:lnTo>
                <a:lnTo>
                  <a:pt x="5158820" y="0"/>
                </a:lnTo>
                <a:cubicBezTo>
                  <a:pt x="5158820" y="0"/>
                  <a:pt x="5158820" y="2407730"/>
                  <a:pt x="5158820" y="2407730"/>
                </a:cubicBezTo>
                <a:cubicBezTo>
                  <a:pt x="5158820" y="3058001"/>
                  <a:pt x="4447250" y="3585115"/>
                  <a:pt x="3569424" y="3585115"/>
                </a:cubicBezTo>
                <a:lnTo>
                  <a:pt x="0" y="3585115"/>
                </a:lnTo>
                <a:close/>
              </a:path>
            </a:pathLst>
          </a:custGeom>
          <a:solidFill>
            <a:schemeClr val="accent1"/>
          </a:solidFill>
          <a:ln w="128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477B3C3F-A771-EED2-6857-E02099E5B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0499" y="616693"/>
            <a:ext cx="5955702" cy="1188720"/>
          </a:xfrm>
        </p:spPr>
        <p:txBody>
          <a:bodyPr lIns="0" tIns="0" rIns="0" bIns="0"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83C847D7-DBD7-D2D8-AB38-282164D7B49C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550499" y="1874520"/>
            <a:ext cx="5955702" cy="293117"/>
          </a:xfrm>
        </p:spPr>
        <p:txBody>
          <a:bodyPr lIns="0" tIns="0" rIns="0" bIns="0"/>
          <a:lstStyle>
            <a:lvl1pPr marL="0" indent="0" algn="l">
              <a:buFont typeface="IBM Plex Sans" panose="020B0503050203000203" pitchFamily="34" charset="0"/>
              <a:buNone/>
              <a:defRPr sz="2000" b="0" cap="all" baseline="0">
                <a:solidFill>
                  <a:schemeClr val="accent1">
                    <a:lumMod val="50000"/>
                  </a:schemeClr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12" name="Content Placeholder 11">
            <a:extLst>
              <a:ext uri="{FF2B5EF4-FFF2-40B4-BE49-F238E27FC236}">
                <a16:creationId xmlns:a16="http://schemas.microsoft.com/office/drawing/2014/main" id="{6ACB9B06-BECE-E324-7CDA-AEEF2FE12DB2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50499" y="2507530"/>
            <a:ext cx="5955702" cy="371039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E6AFCD03-FF82-93D6-447B-1598C10B5013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232914" y="223760"/>
            <a:ext cx="5596613" cy="6389162"/>
          </a:xfrm>
          <a:prstGeom prst="rect">
            <a:avLst/>
          </a:prstGeom>
        </p:spPr>
      </p:pic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618DECF7-7824-820B-B0D4-23B1B7CE469F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F158A49-1802-6C0A-507E-85C729FA9BA1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02E0FC6-8E71-6FDB-6F5B-E0C5DE23DC0A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398721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xco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raphic 17">
            <a:extLst>
              <a:ext uri="{FF2B5EF4-FFF2-40B4-BE49-F238E27FC236}">
                <a16:creationId xmlns:a16="http://schemas.microsoft.com/office/drawing/2014/main" id="{94906A67-3048-D494-1E00-AF1FF9D2965E}"/>
              </a:ext>
            </a:extLst>
          </p:cNvPr>
          <p:cNvSpPr/>
          <p:nvPr userDrawn="1"/>
        </p:nvSpPr>
        <p:spPr>
          <a:xfrm>
            <a:off x="0" y="0"/>
            <a:ext cx="4957010" cy="3528279"/>
          </a:xfrm>
          <a:custGeom>
            <a:avLst/>
            <a:gdLst>
              <a:gd name="connsiteX0" fmla="*/ 0 w 5158820"/>
              <a:gd name="connsiteY0" fmla="*/ 3585115 h 3585114"/>
              <a:gd name="connsiteX1" fmla="*/ 0 w 5158820"/>
              <a:gd name="connsiteY1" fmla="*/ 0 h 3585114"/>
              <a:gd name="connsiteX2" fmla="*/ 5158820 w 5158820"/>
              <a:gd name="connsiteY2" fmla="*/ 0 h 3585114"/>
              <a:gd name="connsiteX3" fmla="*/ 5158820 w 5158820"/>
              <a:gd name="connsiteY3" fmla="*/ 2407730 h 3585114"/>
              <a:gd name="connsiteX4" fmla="*/ 3569424 w 5158820"/>
              <a:gd name="connsiteY4" fmla="*/ 3585115 h 3585114"/>
              <a:gd name="connsiteX5" fmla="*/ 0 w 5158820"/>
              <a:gd name="connsiteY5" fmla="*/ 3585115 h 358511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158820" h="3585114">
                <a:moveTo>
                  <a:pt x="0" y="3585115"/>
                </a:moveTo>
                <a:lnTo>
                  <a:pt x="0" y="0"/>
                </a:lnTo>
                <a:lnTo>
                  <a:pt x="5158820" y="0"/>
                </a:lnTo>
                <a:cubicBezTo>
                  <a:pt x="5158820" y="0"/>
                  <a:pt x="5158820" y="2407730"/>
                  <a:pt x="5158820" y="2407730"/>
                </a:cubicBezTo>
                <a:cubicBezTo>
                  <a:pt x="5158820" y="3058001"/>
                  <a:pt x="4447250" y="3585115"/>
                  <a:pt x="3569424" y="3585115"/>
                </a:cubicBezTo>
                <a:lnTo>
                  <a:pt x="0" y="3585115"/>
                </a:lnTo>
                <a:close/>
              </a:path>
            </a:pathLst>
          </a:custGeom>
          <a:solidFill>
            <a:schemeClr val="accent1"/>
          </a:solidFill>
          <a:ln w="12836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1" name="Title 1">
            <a:extLst>
              <a:ext uri="{FF2B5EF4-FFF2-40B4-BE49-F238E27FC236}">
                <a16:creationId xmlns:a16="http://schemas.microsoft.com/office/drawing/2014/main" id="{7B315C9C-CCDB-2247-3B9F-1E5F89783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0499" y="616693"/>
            <a:ext cx="5955702" cy="1188720"/>
          </a:xfrm>
        </p:spPr>
        <p:txBody>
          <a:bodyPr lIns="0" tIns="0" rIns="0" bIns="0"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DC7443E-F434-9D06-185F-B2D867056088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550499" y="1874520"/>
            <a:ext cx="5955702" cy="29311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000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  <p:sp>
        <p:nvSpPr>
          <p:cNvPr id="10" name="Content Placeholder 9">
            <a:extLst>
              <a:ext uri="{FF2B5EF4-FFF2-40B4-BE49-F238E27FC236}">
                <a16:creationId xmlns:a16="http://schemas.microsoft.com/office/drawing/2014/main" id="{5CC7B76A-3FE1-EF24-93CE-29D50F924EAE}"/>
              </a:ext>
            </a:extLst>
          </p:cNvPr>
          <p:cNvSpPr>
            <a:spLocks noGrp="1"/>
          </p:cNvSpPr>
          <p:nvPr>
            <p:ph sz="quarter" idx="18"/>
          </p:nvPr>
        </p:nvSpPr>
        <p:spPr>
          <a:xfrm>
            <a:off x="5550499" y="3200400"/>
            <a:ext cx="5955702" cy="30175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B01B9AE-C8D8-86DB-2677-8893DD6DD7DA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04153" y="2796016"/>
            <a:ext cx="5297883" cy="2469094"/>
          </a:xfrm>
          <a:prstGeom prst="rect">
            <a:avLst/>
          </a:prstGeom>
        </p:spPr>
      </p:pic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C99AFBA-AC76-580D-BD75-FC95298C70EC}"/>
              </a:ext>
            </a:extLst>
          </p:cNvPr>
          <p:cNvSpPr>
            <a:spLocks noGrp="1"/>
          </p:cNvSpPr>
          <p:nvPr>
            <p:ph type="dt" sz="half" idx="19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66941A8-2E0D-F7EE-3E88-751D5CCDB773}"/>
              </a:ext>
            </a:extLst>
          </p:cNvPr>
          <p:cNvSpPr>
            <a:spLocks noGrp="1"/>
          </p:cNvSpPr>
          <p:nvPr>
            <p:ph type="ftr" sz="quarter" idx="20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45CA9D-3791-EFEC-8F47-18123B9E7D47}"/>
              </a:ext>
            </a:extLst>
          </p:cNvPr>
          <p:cNvSpPr>
            <a:spLocks noGrp="1"/>
          </p:cNvSpPr>
          <p:nvPr>
            <p:ph type="sldNum" sz="quarter" idx="21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89056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Title 1">
            <a:extLst>
              <a:ext uri="{FF2B5EF4-FFF2-40B4-BE49-F238E27FC236}">
                <a16:creationId xmlns:a16="http://schemas.microsoft.com/office/drawing/2014/main" id="{7B315C9C-CCDB-2247-3B9F-1E5F89783DBE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5550499" y="616693"/>
            <a:ext cx="5955702" cy="1188720"/>
          </a:xfrm>
        </p:spPr>
        <p:txBody>
          <a:bodyPr lIns="0" tIns="0" rIns="0" bIns="0"/>
          <a:lstStyle>
            <a:lvl1pPr>
              <a:defRPr sz="4000"/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3" name="Subtitle 2">
            <a:extLst>
              <a:ext uri="{FF2B5EF4-FFF2-40B4-BE49-F238E27FC236}">
                <a16:creationId xmlns:a16="http://schemas.microsoft.com/office/drawing/2014/main" id="{3DC7443E-F434-9D06-185F-B2D867056088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5550499" y="1874520"/>
            <a:ext cx="5955702" cy="29311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000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/>
              <a:t>CLICK TO EDIT MASTER SUBTITLE STYLE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6BFD9499-C9DA-AA6E-6279-6C374DEF5197}"/>
              </a:ext>
            </a:extLst>
          </p:cNvPr>
          <p:cNvSpPr/>
          <p:nvPr userDrawn="1"/>
        </p:nvSpPr>
        <p:spPr>
          <a:xfrm>
            <a:off x="1216866" y="662838"/>
            <a:ext cx="3254602" cy="2732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id="{2DE50CAA-95E2-06AC-A71F-7DA0A7D918BB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579"/>
          <a:stretch/>
        </p:blipFill>
        <p:spPr>
          <a:xfrm>
            <a:off x="1036094" y="457200"/>
            <a:ext cx="3656623" cy="6400800"/>
          </a:xfrm>
          <a:prstGeom prst="rect">
            <a:avLst/>
          </a:prstGeom>
          <a:noFill/>
        </p:spPr>
      </p:pic>
      <p:sp>
        <p:nvSpPr>
          <p:cNvPr id="15" name="Content Placeholder 9">
            <a:extLst>
              <a:ext uri="{FF2B5EF4-FFF2-40B4-BE49-F238E27FC236}">
                <a16:creationId xmlns:a16="http://schemas.microsoft.com/office/drawing/2014/main" id="{3A12FC7B-D326-1E66-AB21-B47C92F863C0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1286337" y="936067"/>
            <a:ext cx="3157816" cy="592193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image or video</a:t>
            </a:r>
          </a:p>
        </p:txBody>
      </p:sp>
      <p:sp>
        <p:nvSpPr>
          <p:cNvPr id="14" name="Content Placeholder 13">
            <a:extLst>
              <a:ext uri="{FF2B5EF4-FFF2-40B4-BE49-F238E27FC236}">
                <a16:creationId xmlns:a16="http://schemas.microsoft.com/office/drawing/2014/main" id="{93DCDF15-06D5-723B-2FE7-286F29E052F2}"/>
              </a:ext>
            </a:extLst>
          </p:cNvPr>
          <p:cNvSpPr>
            <a:spLocks noGrp="1"/>
          </p:cNvSpPr>
          <p:nvPr>
            <p:ph sz="quarter" idx="19"/>
          </p:nvPr>
        </p:nvSpPr>
        <p:spPr>
          <a:xfrm>
            <a:off x="5550499" y="3200400"/>
            <a:ext cx="5955702" cy="3017520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9489015-9CBA-1B5D-E78D-F55949B2963F}"/>
              </a:ext>
            </a:extLst>
          </p:cNvPr>
          <p:cNvSpPr>
            <a:spLocks noGrp="1"/>
          </p:cNvSpPr>
          <p:nvPr>
            <p:ph type="dt" sz="half" idx="2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AB01CE8-4B41-75FF-DEB5-B636021CE092}"/>
              </a:ext>
            </a:extLst>
          </p:cNvPr>
          <p:cNvSpPr>
            <a:spLocks noGrp="1"/>
          </p:cNvSpPr>
          <p:nvPr>
            <p:ph type="ftr" sz="quarter" idx="2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F5B5605-B167-E94F-F99B-9098F0AFF668}"/>
              </a:ext>
            </a:extLst>
          </p:cNvPr>
          <p:cNvSpPr>
            <a:spLocks noGrp="1"/>
          </p:cNvSpPr>
          <p:nvPr>
            <p:ph type="sldNum" sz="quarter" idx="2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7088976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77B3C3F-A771-EED2-6857-E02099E5B092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6765223" y="616693"/>
            <a:ext cx="4740977" cy="1188720"/>
          </a:xfrm>
        </p:spPr>
        <p:txBody>
          <a:bodyPr lIns="0" tIns="0" rIns="0" bIns="0"/>
          <a:lstStyle>
            <a:lvl1pPr marL="0" indent="0">
              <a:buFont typeface="IBM Plex Sans" panose="020B0503050203000203" pitchFamily="34" charset="0"/>
              <a:buNone/>
              <a:defRPr lang="en-US" sz="4000" b="1" kern="1200" cap="none" baseline="0" dirty="0">
                <a:solidFill>
                  <a:schemeClr val="accent1">
                    <a:lumMod val="50000"/>
                  </a:schemeClr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6" name="Subtitle 2">
            <a:extLst>
              <a:ext uri="{FF2B5EF4-FFF2-40B4-BE49-F238E27FC236}">
                <a16:creationId xmlns:a16="http://schemas.microsoft.com/office/drawing/2014/main" id="{A2625E43-5BF1-FD2F-F6DC-D00BC056CFE1}"/>
              </a:ext>
            </a:extLst>
          </p:cNvPr>
          <p:cNvSpPr>
            <a:spLocks noGrp="1"/>
          </p:cNvSpPr>
          <p:nvPr>
            <p:ph type="subTitle" idx="14" hasCustomPrompt="1"/>
          </p:nvPr>
        </p:nvSpPr>
        <p:spPr>
          <a:xfrm>
            <a:off x="6765223" y="1874520"/>
            <a:ext cx="4740978" cy="293117"/>
          </a:xfrm>
        </p:spPr>
        <p:txBody>
          <a:bodyPr vert="horz" lIns="0" tIns="0" rIns="0" bIns="0" rtlCol="0">
            <a:noAutofit/>
          </a:bodyPr>
          <a:lstStyle>
            <a:lvl1pPr marL="0" indent="0">
              <a:buNone/>
              <a:defRPr lang="en-US" sz="2000" b="0" cap="all" baseline="0" dirty="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pPr marL="228600" lvl="0" indent="-228600"/>
            <a:r>
              <a:rPr lang="en-US"/>
              <a:t>CLICK TO EDIT MASTER SUBTITLE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FFA828C9-5EC5-9288-B6E2-A03B389A99B7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l="25218" t="4088" r="6471" b="16512"/>
          <a:stretch/>
        </p:blipFill>
        <p:spPr>
          <a:xfrm>
            <a:off x="0" y="553171"/>
            <a:ext cx="6442440" cy="6304829"/>
          </a:xfrm>
          <a:prstGeom prst="rect">
            <a:avLst/>
          </a:prstGeom>
        </p:spPr>
      </p:pic>
      <p:sp>
        <p:nvSpPr>
          <p:cNvPr id="9" name="Content Placeholder 8">
            <a:extLst>
              <a:ext uri="{FF2B5EF4-FFF2-40B4-BE49-F238E27FC236}">
                <a16:creationId xmlns:a16="http://schemas.microsoft.com/office/drawing/2014/main" id="{F75640B4-E538-C367-4581-6156E3BB994A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0" y="1209672"/>
            <a:ext cx="6038850" cy="404336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image or video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5EA4375F-1E91-C28A-D7E5-232257B0BA98}"/>
              </a:ext>
            </a:extLst>
          </p:cNvPr>
          <p:cNvSpPr>
            <a:spLocks noGrp="1"/>
          </p:cNvSpPr>
          <p:nvPr>
            <p:ph sz="quarter" idx="20"/>
          </p:nvPr>
        </p:nvSpPr>
        <p:spPr>
          <a:xfrm>
            <a:off x="6765223" y="2507529"/>
            <a:ext cx="4740978" cy="3710391"/>
          </a:xfrm>
        </p:spPr>
        <p:txBody>
          <a:bodyPr/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Date Placeholder 7">
            <a:extLst>
              <a:ext uri="{FF2B5EF4-FFF2-40B4-BE49-F238E27FC236}">
                <a16:creationId xmlns:a16="http://schemas.microsoft.com/office/drawing/2014/main" id="{54012F32-6EE0-CAFD-FEC4-AB1162F8443A}"/>
              </a:ext>
            </a:extLst>
          </p:cNvPr>
          <p:cNvSpPr>
            <a:spLocks noGrp="1"/>
          </p:cNvSpPr>
          <p:nvPr>
            <p:ph type="dt" sz="half" idx="21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0" name="Footer Placeholder 9">
            <a:extLst>
              <a:ext uri="{FF2B5EF4-FFF2-40B4-BE49-F238E27FC236}">
                <a16:creationId xmlns:a16="http://schemas.microsoft.com/office/drawing/2014/main" id="{F6630292-EA74-B8C0-FCA8-166B143908CF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1" name="Slide Number Placeholder 10">
            <a:extLst>
              <a:ext uri="{FF2B5EF4-FFF2-40B4-BE49-F238E27FC236}">
                <a16:creationId xmlns:a16="http://schemas.microsoft.com/office/drawing/2014/main" id="{3B06D116-0972-9E81-4E91-6C9409CD0E80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4225786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vice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Rectangle 17">
            <a:extLst>
              <a:ext uri="{FF2B5EF4-FFF2-40B4-BE49-F238E27FC236}">
                <a16:creationId xmlns:a16="http://schemas.microsoft.com/office/drawing/2014/main" id="{C22C79A9-5E0F-2D9B-48B8-93F52AEB8C30}"/>
              </a:ext>
            </a:extLst>
          </p:cNvPr>
          <p:cNvSpPr/>
          <p:nvPr userDrawn="1"/>
        </p:nvSpPr>
        <p:spPr>
          <a:xfrm>
            <a:off x="6919985" y="2020174"/>
            <a:ext cx="2471539" cy="2275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B4AAECE5-BE0E-F77B-7245-F66981C8523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645"/>
          <a:stretch/>
        </p:blipFill>
        <p:spPr>
          <a:xfrm>
            <a:off x="6760370" y="1890912"/>
            <a:ext cx="2776834" cy="4967088"/>
          </a:xfrm>
          <a:prstGeom prst="rect">
            <a:avLst/>
          </a:prstGeom>
        </p:spPr>
      </p:pic>
      <p:sp>
        <p:nvSpPr>
          <p:cNvPr id="17" name="Content Placeholder 9">
            <a:extLst>
              <a:ext uri="{FF2B5EF4-FFF2-40B4-BE49-F238E27FC236}">
                <a16:creationId xmlns:a16="http://schemas.microsoft.com/office/drawing/2014/main" id="{642B7814-D2D8-7223-29EB-819AFFBB3A9F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6955276" y="2247754"/>
            <a:ext cx="2391482" cy="4610246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image or video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21F1EAD-68B8-E30F-F846-DF73DBE6C902}"/>
              </a:ext>
            </a:extLst>
          </p:cNvPr>
          <p:cNvSpPr/>
          <p:nvPr userDrawn="1"/>
        </p:nvSpPr>
        <p:spPr>
          <a:xfrm>
            <a:off x="2922714" y="2020172"/>
            <a:ext cx="2471539" cy="227578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0C332574-8D10-9AF3-9093-EBCB26DD90B6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9645"/>
          <a:stretch/>
        </p:blipFill>
        <p:spPr>
          <a:xfrm>
            <a:off x="2763099" y="1890910"/>
            <a:ext cx="2776834" cy="4967090"/>
          </a:xfrm>
          <a:prstGeom prst="rect">
            <a:avLst/>
          </a:prstGeom>
        </p:spPr>
      </p:pic>
      <p:sp>
        <p:nvSpPr>
          <p:cNvPr id="12" name="Content Placeholder 9">
            <a:extLst>
              <a:ext uri="{FF2B5EF4-FFF2-40B4-BE49-F238E27FC236}">
                <a16:creationId xmlns:a16="http://schemas.microsoft.com/office/drawing/2014/main" id="{798D3975-5C9D-EFCF-A3CA-63670CEE6A7C}"/>
              </a:ext>
            </a:extLst>
          </p:cNvPr>
          <p:cNvSpPr>
            <a:spLocks noGrp="1"/>
          </p:cNvSpPr>
          <p:nvPr>
            <p:ph sz="quarter" idx="17" hasCustomPrompt="1"/>
          </p:nvPr>
        </p:nvSpPr>
        <p:spPr>
          <a:xfrm>
            <a:off x="2958005" y="2247752"/>
            <a:ext cx="2391482" cy="4610248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image or video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34CA2612-05F3-4A38-B595-60B89FF9523F}"/>
              </a:ext>
            </a:extLst>
          </p:cNvPr>
          <p:cNvSpPr>
            <a:spLocks noGrp="1"/>
          </p:cNvSpPr>
          <p:nvPr>
            <p:ph type="dt" sz="half" idx="18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86B8C5-6089-CF14-86C4-D117A5BCC301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5EA89FBB-727D-08A9-ECCC-891CD51ED316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D2A4A058-F0F8-453E-5CA5-D89E4BA4DD3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/>
        <p:txBody>
          <a:bodyPr/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</p:spTree>
    <p:extLst>
      <p:ext uri="{BB962C8B-B14F-4D97-AF65-F5344CB8AC3E}">
        <p14:creationId xmlns:p14="http://schemas.microsoft.com/office/powerpoint/2010/main" val="2389246732"/>
      </p:ext>
    </p:extLst>
  </p:cSld>
  <p:clrMapOvr>
    <a:masterClrMapping/>
  </p:clrMapOvr>
  <p:transition>
    <p:fade/>
  </p:transition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 userDrawn="1">
  <p:cSld name="Devices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Rectangle 11">
            <a:extLst>
              <a:ext uri="{FF2B5EF4-FFF2-40B4-BE49-F238E27FC236}">
                <a16:creationId xmlns:a16="http://schemas.microsoft.com/office/drawing/2014/main" id="{CEB3122A-7232-8134-5B7E-76F61BB95C27}"/>
              </a:ext>
            </a:extLst>
          </p:cNvPr>
          <p:cNvSpPr/>
          <p:nvPr userDrawn="1"/>
        </p:nvSpPr>
        <p:spPr>
          <a:xfrm>
            <a:off x="8050620" y="662838"/>
            <a:ext cx="3254602" cy="273229"/>
          </a:xfrm>
          <a:prstGeom prst="rect">
            <a:avLst/>
          </a:prstGeom>
          <a:solidFill>
            <a:schemeClr val="tx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B9FEE055-ECC1-E9CA-244D-DB54D5CA7411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2"/>
          <a:srcRect b="11579"/>
          <a:stretch/>
        </p:blipFill>
        <p:spPr>
          <a:xfrm>
            <a:off x="7840499" y="457200"/>
            <a:ext cx="3656623" cy="6400800"/>
          </a:xfrm>
          <a:prstGeom prst="rect">
            <a:avLst/>
          </a:prstGeom>
          <a:noFill/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F2DA65E9-4AAA-3A64-C568-A4E85702672A}"/>
              </a:ext>
            </a:extLst>
          </p:cNvPr>
          <p:cNvPicPr>
            <a:picLocks noChangeAspect="1"/>
          </p:cNvPicPr>
          <p:nvPr userDrawn="1"/>
        </p:nvPicPr>
        <p:blipFill rotWithShape="1">
          <a:blip r:embed="rId3"/>
          <a:srcRect l="17600" t="4006" r="6342" b="14778"/>
          <a:stretch/>
        </p:blipFill>
        <p:spPr>
          <a:xfrm>
            <a:off x="0" y="277405"/>
            <a:ext cx="7319389" cy="6580595"/>
          </a:xfrm>
          <a:prstGeom prst="rect">
            <a:avLst/>
          </a:prstGeom>
        </p:spPr>
      </p:pic>
      <p:sp>
        <p:nvSpPr>
          <p:cNvPr id="11" name="Content Placeholder 9">
            <a:extLst>
              <a:ext uri="{FF2B5EF4-FFF2-40B4-BE49-F238E27FC236}">
                <a16:creationId xmlns:a16="http://schemas.microsoft.com/office/drawing/2014/main" id="{E4360432-E4BE-7582-A0C6-10F7F7780932}"/>
              </a:ext>
            </a:extLst>
          </p:cNvPr>
          <p:cNvSpPr>
            <a:spLocks noGrp="1"/>
          </p:cNvSpPr>
          <p:nvPr>
            <p:ph sz="quarter" idx="15" hasCustomPrompt="1"/>
          </p:nvPr>
        </p:nvSpPr>
        <p:spPr>
          <a:xfrm>
            <a:off x="8090742" y="936067"/>
            <a:ext cx="3157816" cy="5921932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 sz="2000"/>
            </a:lvl1pPr>
          </a:lstStyle>
          <a:p>
            <a:pPr lvl="0"/>
            <a:r>
              <a:rPr lang="en-US"/>
              <a:t>Click to add </a:t>
            </a:r>
            <a:br>
              <a:rPr lang="en-US"/>
            </a:br>
            <a:r>
              <a:rPr lang="en-US"/>
              <a:t>image or video</a:t>
            </a:r>
          </a:p>
        </p:txBody>
      </p:sp>
      <p:sp>
        <p:nvSpPr>
          <p:cNvPr id="17" name="Content Placeholder 16">
            <a:extLst>
              <a:ext uri="{FF2B5EF4-FFF2-40B4-BE49-F238E27FC236}">
                <a16:creationId xmlns:a16="http://schemas.microsoft.com/office/drawing/2014/main" id="{E590EF3E-2B16-707D-F913-0F58A3EA093B}"/>
              </a:ext>
            </a:extLst>
          </p:cNvPr>
          <p:cNvSpPr>
            <a:spLocks noGrp="1"/>
          </p:cNvSpPr>
          <p:nvPr>
            <p:ph sz="quarter" idx="16" hasCustomPrompt="1"/>
          </p:nvPr>
        </p:nvSpPr>
        <p:spPr>
          <a:xfrm>
            <a:off x="-8461" y="936067"/>
            <a:ext cx="6888561" cy="4143933"/>
          </a:xfrm>
          <a:solidFill>
            <a:schemeClr val="bg1">
              <a:lumMod val="75000"/>
            </a:schemeClr>
          </a:solidFill>
        </p:spPr>
        <p:txBody>
          <a:bodyPr anchor="ctr"/>
          <a:lstStyle>
            <a:lvl1pPr marL="0" indent="0" algn="ctr">
              <a:buNone/>
              <a:defRPr/>
            </a:lvl1pPr>
          </a:lstStyle>
          <a:p>
            <a:pPr lvl="0"/>
            <a:r>
              <a:rPr lang="en-US"/>
              <a:t>Click to add image or video</a:t>
            </a:r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EFB332F-D17B-D155-3465-AE27A6B022EC}"/>
              </a:ext>
            </a:extLst>
          </p:cNvPr>
          <p:cNvSpPr>
            <a:spLocks noGrp="1"/>
          </p:cNvSpPr>
          <p:nvPr>
            <p:ph type="dt" sz="half" idx="17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8ED596C7-54F3-C54B-8A2C-892DE41ED459}"/>
              </a:ext>
            </a:extLst>
          </p:cNvPr>
          <p:cNvSpPr>
            <a:spLocks noGrp="1"/>
          </p:cNvSpPr>
          <p:nvPr>
            <p:ph type="ftr" sz="quarter" idx="18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1DB154AF-40F4-354B-D8BE-2C6DB7CDD7F2}"/>
              </a:ext>
            </a:extLst>
          </p:cNvPr>
          <p:cNvSpPr>
            <a:spLocks noGrp="1"/>
          </p:cNvSpPr>
          <p:nvPr>
            <p:ph type="sldNum" sz="quarter" idx="19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388553"/>
      </p:ext>
    </p:extLst>
  </p:cSld>
  <p:clrMapOvr>
    <a:masterClrMapping/>
  </p:clrMapOvr>
  <p:transition>
    <p:fade/>
  </p:transition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679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403400F-5126-18F0-EF54-D4DAA44A2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C056D92E-73D7-8BD2-B9F6-65034E3AB78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3AB2E31-BCCA-920F-707C-4C1BD0FD65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590283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Full Frame">
    <p:bg bwMode="lt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1696679046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Rectangle 2">
            <a:extLst>
              <a:ext uri="{FF2B5EF4-FFF2-40B4-BE49-F238E27FC236}">
                <a16:creationId xmlns:a16="http://schemas.microsoft.com/office/drawing/2014/main" id="{043FB31E-C22E-EE54-E138-1C12FEF144B3}"/>
              </a:ext>
            </a:extLst>
          </p:cNvPr>
          <p:cNvSpPr/>
          <p:nvPr userDrawn="1"/>
        </p:nvSpPr>
        <p:spPr>
          <a:xfrm>
            <a:off x="224589" y="252663"/>
            <a:ext cx="11742821" cy="6352673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lIns="91440" tIns="0" rIns="91440" bIns="0" rtlCol="0" anchor="ctr"/>
          <a:lstStyle/>
          <a:p>
            <a:pPr algn="ctr">
              <a:lnSpc>
                <a:spcPct val="85000"/>
              </a:lnSpc>
            </a:pPr>
            <a:endParaRPr lang="en-US" sz="2400">
              <a:solidFill>
                <a:schemeClr val="bg1"/>
              </a:solidFill>
            </a:endParaRP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651AE86A-CCCD-3277-E5CF-CC8CBFF5D0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A573B23F-8770-1250-50EF-162E61E9BD9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CC5F5E5D-4F49-233B-C36D-23E20AA17E0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23748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isclaimer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570DBA4-4E4F-BD16-A0F6-C59DBB7843C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457200" y="266010"/>
            <a:ext cx="11273991" cy="1188720"/>
          </a:xfrm>
        </p:spPr>
        <p:txBody>
          <a:bodyPr/>
          <a:lstStyle>
            <a:lvl1pPr>
              <a:defRPr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36pt Font</a:t>
            </a:r>
          </a:p>
        </p:txBody>
      </p:sp>
      <p:sp>
        <p:nvSpPr>
          <p:cNvPr id="11" name="Text Placeholder 3">
            <a:extLst>
              <a:ext uri="{FF2B5EF4-FFF2-40B4-BE49-F238E27FC236}">
                <a16:creationId xmlns:a16="http://schemas.microsoft.com/office/drawing/2014/main" id="{31FCDC0D-676F-ADC5-5E8A-5CF9E7A001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457200" y="1737360"/>
            <a:ext cx="11273991" cy="4405543"/>
          </a:xfrm>
        </p:spPr>
        <p:txBody>
          <a:bodyPr vert="horz" lIns="0" tIns="0" rIns="0" bIns="0" rtlCol="0">
            <a:noAutofit/>
          </a:bodyPr>
          <a:lstStyle>
            <a:lvl1pPr>
              <a:buClr>
                <a:schemeClr val="tx1">
                  <a:lumMod val="50000"/>
                  <a:lumOff val="50000"/>
                </a:schemeClr>
              </a:buClr>
              <a:defRPr lang="en-US" sz="16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>
              <a:buClr>
                <a:schemeClr val="tx1">
                  <a:lumMod val="50000"/>
                  <a:lumOff val="50000"/>
                </a:schemeClr>
              </a:buClr>
              <a:defRPr lang="en-US" sz="14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>
              <a:buClr>
                <a:schemeClr val="tx1">
                  <a:lumMod val="50000"/>
                  <a:lumOff val="50000"/>
                </a:schemeClr>
              </a:buClr>
              <a:defRPr lang="en-US" sz="12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>
              <a:buClr>
                <a:schemeClr val="tx1">
                  <a:lumMod val="50000"/>
                  <a:lumOff val="50000"/>
                </a:schemeClr>
              </a:buClr>
              <a:defRPr lang="en-US" sz="110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>
              <a:buClr>
                <a:schemeClr val="tx1">
                  <a:lumMod val="50000"/>
                  <a:lumOff val="50000"/>
                </a:schemeClr>
              </a:buClr>
              <a:defRPr lang="en-US" sz="1050" dirty="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A2F8CEA1-FF41-8382-B857-A8A236F840C0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63681" y="6160143"/>
            <a:ext cx="10522515" cy="204281"/>
          </a:xfr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spcBef>
                <a:spcPts val="0"/>
              </a:spcBef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286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4572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6858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9144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reference</a:t>
            </a:r>
          </a:p>
        </p:txBody>
      </p:sp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8D861E4B-A5EE-5E8F-F1DC-7A6D22D1AA93}"/>
              </a:ext>
            </a:extLst>
          </p:cNvPr>
          <p:cNvSpPr>
            <a:spLocks noGrp="1"/>
          </p:cNvSpPr>
          <p:nvPr>
            <p:ph type="body" sz="quarter" idx="15" hasCustomPrompt="1"/>
          </p:nvPr>
        </p:nvSpPr>
        <p:spPr>
          <a:xfrm>
            <a:off x="463681" y="6381665"/>
            <a:ext cx="10522515" cy="204281"/>
          </a:xfrm>
        </p:spPr>
        <p:txBody>
          <a:bodyPr lIns="0" tIns="0" rIns="0" bIns="0" anchor="b"/>
          <a:lstStyle>
            <a:lvl1pPr marL="0" indent="0">
              <a:lnSpc>
                <a:spcPct val="80000"/>
              </a:lnSpc>
              <a:spcBef>
                <a:spcPts val="0"/>
              </a:spcBef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2286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2pPr>
            <a:lvl3pPr marL="4572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3pPr>
            <a:lvl4pPr marL="6858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4pPr>
            <a:lvl5pPr marL="914400" indent="0">
              <a:buFontTx/>
              <a:buNone/>
              <a:defRPr sz="800">
                <a:solidFill>
                  <a:schemeClr val="tx1">
                    <a:lumMod val="50000"/>
                    <a:lumOff val="50000"/>
                  </a:schemeClr>
                </a:solidFill>
              </a:defRPr>
            </a:lvl5pPr>
          </a:lstStyle>
          <a:p>
            <a:pPr lvl="0"/>
            <a:r>
              <a:rPr lang="en-US"/>
              <a:t>Click to edit citation</a:t>
            </a:r>
          </a:p>
        </p:txBody>
      </p:sp>
      <p:sp>
        <p:nvSpPr>
          <p:cNvPr id="6" name="Date Placeholder 5">
            <a:extLst>
              <a:ext uri="{FF2B5EF4-FFF2-40B4-BE49-F238E27FC236}">
                <a16:creationId xmlns:a16="http://schemas.microsoft.com/office/drawing/2014/main" id="{01570278-4B9D-72AF-1DBE-0D82CF13F44F}"/>
              </a:ext>
            </a:extLst>
          </p:cNvPr>
          <p:cNvSpPr>
            <a:spLocks noGrp="1"/>
          </p:cNvSpPr>
          <p:nvPr>
            <p:ph type="dt" sz="half" idx="16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DA219BFA-3946-59DE-9BE2-2EB55F82D447}"/>
              </a:ext>
            </a:extLst>
          </p:cNvPr>
          <p:cNvSpPr>
            <a:spLocks noGrp="1"/>
          </p:cNvSpPr>
          <p:nvPr>
            <p:ph type="ftr" sz="quarter" idx="17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A86AA452-BEDD-FFD8-3581-A1EC6144C1F1}"/>
              </a:ext>
            </a:extLst>
          </p:cNvPr>
          <p:cNvSpPr>
            <a:spLocks noGrp="1"/>
          </p:cNvSpPr>
          <p:nvPr>
            <p:ph type="sldNum" sz="quarter" idx="18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57081708"/>
      </p:ext>
    </p:extLst>
  </p:cSld>
  <p:clrMapOvr>
    <a:masterClrMapping/>
  </p:clrMapOvr>
  <p:transition>
    <p:fade/>
  </p:transition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Left Sideba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Rectangle: Single Corner Rounded 10">
            <a:extLst>
              <a:ext uri="{FF2B5EF4-FFF2-40B4-BE49-F238E27FC236}">
                <a16:creationId xmlns:a16="http://schemas.microsoft.com/office/drawing/2014/main" id="{AEE35F75-2417-4B4F-9DF5-9023C46AD6FA}"/>
              </a:ext>
            </a:extLst>
          </p:cNvPr>
          <p:cNvSpPr/>
          <p:nvPr/>
        </p:nvSpPr>
        <p:spPr>
          <a:xfrm>
            <a:off x="-5301" y="0"/>
            <a:ext cx="2940525" cy="6858000"/>
          </a:xfrm>
          <a:prstGeom prst="round1Rect">
            <a:avLst>
              <a:gd name="adj" fmla="val 50000"/>
            </a:avLst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A45283F8-8F7B-4C65-ACF5-A62A96620988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3291839" y="731520"/>
            <a:ext cx="8442959" cy="600878"/>
          </a:xfrm>
        </p:spPr>
        <p:txBody>
          <a:bodyPr tIns="91440" anchor="b"/>
          <a:lstStyle>
            <a:lvl1pPr>
              <a:defRPr sz="3600">
                <a:solidFill>
                  <a:schemeClr val="accent1">
                    <a:lumMod val="50000"/>
                  </a:schemeClr>
                </a:solidFill>
              </a:defRPr>
            </a:lvl1pPr>
          </a:lstStyle>
          <a:p>
            <a:r>
              <a:rPr lang="en-US"/>
              <a:t>Title Goes Here</a:t>
            </a:r>
          </a:p>
        </p:txBody>
      </p:sp>
      <p:sp>
        <p:nvSpPr>
          <p:cNvPr id="13" name="Content Placeholder 12">
            <a:extLst>
              <a:ext uri="{FF2B5EF4-FFF2-40B4-BE49-F238E27FC236}">
                <a16:creationId xmlns:a16="http://schemas.microsoft.com/office/drawing/2014/main" id="{CD8B1B5D-3594-E519-9D5C-FF927479CDD6}"/>
              </a:ext>
            </a:extLst>
          </p:cNvPr>
          <p:cNvSpPr>
            <a:spLocks noGrp="1"/>
          </p:cNvSpPr>
          <p:nvPr>
            <p:ph sz="quarter" idx="13"/>
          </p:nvPr>
        </p:nvSpPr>
        <p:spPr>
          <a:xfrm>
            <a:off x="3291840" y="1463040"/>
            <a:ext cx="8442959" cy="475488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6EF944E3-9B5B-38B0-0EB3-81E7BF1AD30A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457199" y="1463041"/>
            <a:ext cx="2083869" cy="4754879"/>
          </a:xfrm>
        </p:spPr>
        <p:txBody>
          <a:bodyPr/>
          <a:lstStyle>
            <a:lvl1pPr marL="0" indent="0">
              <a:buClr>
                <a:schemeClr val="bg1"/>
              </a:buClr>
              <a:buFont typeface="IBM Plex Sans" panose="020B0503050203000203" pitchFamily="34" charset="0"/>
              <a:buNone/>
              <a:defRPr sz="2200">
                <a:solidFill>
                  <a:schemeClr val="bg1"/>
                </a:solidFill>
              </a:defRPr>
            </a:lvl1pPr>
            <a:lvl2pPr marL="2286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2pPr>
            <a:lvl3pPr marL="4572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3pPr>
            <a:lvl4pPr marL="6858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4pPr>
            <a:lvl5pPr marL="914400" indent="0">
              <a:buClr>
                <a:schemeClr val="bg1"/>
              </a:buClr>
              <a:buNone/>
              <a:defRPr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text</a:t>
            </a:r>
          </a:p>
        </p:txBody>
      </p:sp>
      <p:sp>
        <p:nvSpPr>
          <p:cNvPr id="18" name="Date Placeholder 17">
            <a:extLst>
              <a:ext uri="{FF2B5EF4-FFF2-40B4-BE49-F238E27FC236}">
                <a16:creationId xmlns:a16="http://schemas.microsoft.com/office/drawing/2014/main" id="{8E73BCA9-1263-BB7C-9303-45EEFEBF551E}"/>
              </a:ext>
            </a:extLst>
          </p:cNvPr>
          <p:cNvSpPr>
            <a:spLocks noGrp="1"/>
          </p:cNvSpPr>
          <p:nvPr>
            <p:ph type="dt" sz="half" idx="15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19" name="Footer Placeholder 18">
            <a:extLst>
              <a:ext uri="{FF2B5EF4-FFF2-40B4-BE49-F238E27FC236}">
                <a16:creationId xmlns:a16="http://schemas.microsoft.com/office/drawing/2014/main" id="{B6187CEF-044B-FFA0-C0B4-5CDDFBA5DE4B}"/>
              </a:ext>
            </a:extLst>
          </p:cNvPr>
          <p:cNvSpPr>
            <a:spLocks noGrp="1"/>
          </p:cNvSpPr>
          <p:nvPr>
            <p:ph type="ftr" sz="quarter" idx="16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20" name="Slide Number Placeholder 19">
            <a:extLst>
              <a:ext uri="{FF2B5EF4-FFF2-40B4-BE49-F238E27FC236}">
                <a16:creationId xmlns:a16="http://schemas.microsoft.com/office/drawing/2014/main" id="{1FD94FA0-E529-0425-530A-BA941F9417C2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4554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hank You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766710370"/>
              </p:ext>
            </p:extLst>
          </p:nvPr>
        </p:nvGraphicFramePr>
        <p:xfrm>
          <a:off x="1588" y="1588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286" imgH="286" progId="TCLayout.ActiveDocument.1">
                  <p:embed/>
                </p:oleObj>
              </mc:Choice>
              <mc:Fallback>
                <p:oleObj name="think-cell Slide" r:id="rId3" imgW="286" imgH="286" progId="TCLayout.ActiveDocument.1">
                  <p:embed/>
                  <p:pic>
                    <p:nvPicPr>
                      <p:cNvPr id="3" name="Object 2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8" name="TextBox 7">
            <a:extLst>
              <a:ext uri="{FF2B5EF4-FFF2-40B4-BE49-F238E27FC236}">
                <a16:creationId xmlns:a16="http://schemas.microsoft.com/office/drawing/2014/main" id="{78BF7DE2-5E66-DADA-726D-FEB6F2434727}"/>
              </a:ext>
            </a:extLst>
          </p:cNvPr>
          <p:cNvSpPr txBox="1"/>
          <p:nvPr userDrawn="1"/>
        </p:nvSpPr>
        <p:spPr bwMode="black">
          <a:xfrm>
            <a:off x="2342866" y="1828800"/>
            <a:ext cx="7506269" cy="27432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7200">
                <a:solidFill>
                  <a:schemeClr val="accent1"/>
                </a:solidFill>
                <a:latin typeface="IBM Plex Sans SemiBold" panose="020B0703050203000203" pitchFamily="34" charset="0"/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CC20B7D-7BE4-5586-A05C-9DCBB317B56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9" name="Footer Placeholder 8">
            <a:extLst>
              <a:ext uri="{FF2B5EF4-FFF2-40B4-BE49-F238E27FC236}">
                <a16:creationId xmlns:a16="http://schemas.microsoft.com/office/drawing/2014/main" id="{92B66E42-9128-EF73-BDE0-2A953E26D2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10" name="Slide Number Placeholder 9">
            <a:extLst>
              <a:ext uri="{FF2B5EF4-FFF2-40B4-BE49-F238E27FC236}">
                <a16:creationId xmlns:a16="http://schemas.microsoft.com/office/drawing/2014/main" id="{31796335-D95F-7D3E-7144-05D8639F2D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D03267F4-687E-2CFA-E9A3-257334AC01EC}"/>
              </a:ext>
            </a:extLst>
          </p:cNvPr>
          <p:cNvGrpSpPr/>
          <p:nvPr userDrawn="1"/>
        </p:nvGrpSpPr>
        <p:grpSpPr>
          <a:xfrm>
            <a:off x="10408962" y="6131833"/>
            <a:ext cx="1549676" cy="462092"/>
            <a:chOff x="11074630" y="5946246"/>
            <a:chExt cx="911089" cy="271674"/>
          </a:xfrm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2F55657E-8496-8BC4-23E7-75FA342F2545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39AF2233-D094-235F-78F2-E4162C27767A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9608F74-E5FB-9840-AD8B-3CA38C671A40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441D14F5-A2F2-AD60-B555-7B26368DC3A2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F17809A1-5E41-C5B4-C19B-F634F910509B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B1F4DC86-474F-30AB-9C6C-D8BBCD491A3D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EEF79C27-EA9E-926D-9A6D-93F44C7E4AD0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260409914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Thank You Purple">
    <p:bg bwMode="gray"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Object 1" hidden="1"/>
          <p:cNvGraphicFramePr>
            <a:graphicFrameLocks noChangeAspect="1"/>
          </p:cNvGraphicFramePr>
          <p:nvPr userDrawn="1">
            <p:custDataLst>
              <p:tags r:id="rId1"/>
            </p:custDataLst>
            <p:extLst>
              <p:ext uri="{D42A27DB-BD31-4B8C-83A1-F6EECF244321}">
                <p14:modId xmlns:p14="http://schemas.microsoft.com/office/powerpoint/2010/main" val="3011306324"/>
              </p:ext>
            </p:extLst>
          </p:nvPr>
        </p:nvGraphicFramePr>
        <p:xfrm>
          <a:off x="1588" y="1588"/>
          <a:ext cx="1587" cy="1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3" imgW="384" imgH="384" progId="TCLayout.ActiveDocument.1">
                  <p:embed/>
                </p:oleObj>
              </mc:Choice>
              <mc:Fallback>
                <p:oleObj name="think-cell Slide" r:id="rId3" imgW="384" imgH="384" progId="TCLayout.ActiveDocument.1">
                  <p:embed/>
                  <p:pic>
                    <p:nvPicPr>
                      <p:cNvPr id="2" name="Object 1" hidden="1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1588" y="1588"/>
                        <a:ext cx="1587" cy="15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5" name="TextBox 4">
            <a:extLst>
              <a:ext uri="{FF2B5EF4-FFF2-40B4-BE49-F238E27FC236}">
                <a16:creationId xmlns:a16="http://schemas.microsoft.com/office/drawing/2014/main" id="{3F3605C7-AAA5-01AE-B8AE-03E979113310}"/>
              </a:ext>
            </a:extLst>
          </p:cNvPr>
          <p:cNvSpPr txBox="1"/>
          <p:nvPr userDrawn="1"/>
        </p:nvSpPr>
        <p:spPr bwMode="white">
          <a:xfrm>
            <a:off x="2342866" y="1828800"/>
            <a:ext cx="7506269" cy="2743200"/>
          </a:xfrm>
          <a:prstGeom prst="rect">
            <a:avLst/>
          </a:prstGeom>
          <a:noFill/>
        </p:spPr>
        <p:txBody>
          <a:bodyPr wrap="square" lIns="91440" tIns="0" rIns="91440" bIns="0" rtlCol="0" anchor="ctr">
            <a:noAutofit/>
          </a:bodyPr>
          <a:lstStyle/>
          <a:p>
            <a:pPr algn="ctr">
              <a:lnSpc>
                <a:spcPct val="85000"/>
              </a:lnSpc>
            </a:pPr>
            <a:r>
              <a:rPr lang="en-US" sz="7200">
                <a:solidFill>
                  <a:schemeClr val="bg1"/>
                </a:solidFill>
                <a:latin typeface="IBM Plex Sans SemiBold" panose="020B0703050203000203" pitchFamily="34" charset="0"/>
              </a:rPr>
              <a:t>Thank You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925D23F-2E7D-F0FB-81F9-5C5E827D238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228D026D-C07B-48C8-8C2B-C561E4D51E16}" type="datetime1">
              <a:rPr lang="en-US" smtClean="0"/>
              <a:pPr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D35C8A1-886E-5128-8CFD-E870D2EB3E1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E4601A3-7ADD-2A78-4835-49AC0DA2D4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  <p:grpSp>
        <p:nvGrpSpPr>
          <p:cNvPr id="6" name="Group 5">
            <a:extLst>
              <a:ext uri="{FF2B5EF4-FFF2-40B4-BE49-F238E27FC236}">
                <a16:creationId xmlns:a16="http://schemas.microsoft.com/office/drawing/2014/main" id="{3195B0C9-6237-6865-7F88-9AC63DC50F62}"/>
              </a:ext>
            </a:extLst>
          </p:cNvPr>
          <p:cNvGrpSpPr/>
          <p:nvPr userDrawn="1"/>
        </p:nvGrpSpPr>
        <p:grpSpPr>
          <a:xfrm>
            <a:off x="10408962" y="6131833"/>
            <a:ext cx="1549676" cy="462092"/>
            <a:chOff x="11074630" y="5946246"/>
            <a:chExt cx="911089" cy="271674"/>
          </a:xfrm>
          <a:solidFill>
            <a:schemeClr val="bg1"/>
          </a:solidFill>
        </p:grpSpPr>
        <p:sp>
          <p:nvSpPr>
            <p:cNvPr id="7" name="Freeform: Shape 6">
              <a:extLst>
                <a:ext uri="{FF2B5EF4-FFF2-40B4-BE49-F238E27FC236}">
                  <a16:creationId xmlns:a16="http://schemas.microsoft.com/office/drawing/2014/main" id="{4242CD0E-379D-BC81-2AEB-9D907290B906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0" name="Freeform: Shape 9">
              <a:extLst>
                <a:ext uri="{FF2B5EF4-FFF2-40B4-BE49-F238E27FC236}">
                  <a16:creationId xmlns:a16="http://schemas.microsoft.com/office/drawing/2014/main" id="{37CD6FBE-F7AB-B7B7-43AE-66863B0F56AF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1085AE13-B381-10CD-40BC-6DD1256BCC96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CDFF0780-7D85-FFA8-A464-E18DA55411B4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CBE432DD-0912-8D41-20AD-A7DC040B4731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D5686D43-D478-25F5-8D79-260ED9D0E531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27ED7391-A644-169F-608D-AC0D72DC9831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grpFill/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</p:spTree>
    <p:extLst>
      <p:ext uri="{BB962C8B-B14F-4D97-AF65-F5344CB8AC3E}">
        <p14:creationId xmlns:p14="http://schemas.microsoft.com/office/powerpoint/2010/main" val="420419961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3_Title and Conten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C35C39CA-221A-488A-B12D-39FD34F7FF4D}"/>
              </a:ext>
            </a:extLst>
          </p:cNvPr>
          <p:cNvSpPr/>
          <p:nvPr userDrawn="1"/>
        </p:nvSpPr>
        <p:spPr>
          <a:xfrm rot="16200000" flipH="1">
            <a:off x="735357" y="4942937"/>
            <a:ext cx="1175649" cy="2646363"/>
          </a:xfrm>
          <a:custGeom>
            <a:avLst/>
            <a:gdLst>
              <a:gd name="connsiteX0" fmla="*/ 0 w 1175649"/>
              <a:gd name="connsiteY0" fmla="*/ 6359 h 2646363"/>
              <a:gd name="connsiteX1" fmla="*/ 0 w 1175649"/>
              <a:gd name="connsiteY1" fmla="*/ 1475277 h 2646363"/>
              <a:gd name="connsiteX2" fmla="*/ 1053764 w 1175649"/>
              <a:gd name="connsiteY2" fmla="*/ 2646363 h 2646363"/>
              <a:gd name="connsiteX3" fmla="*/ 1161355 w 1175649"/>
              <a:gd name="connsiteY3" fmla="*/ 2640305 h 2646363"/>
              <a:gd name="connsiteX4" fmla="*/ 1175649 w 1175649"/>
              <a:gd name="connsiteY4" fmla="*/ 2637874 h 2646363"/>
              <a:gd name="connsiteX5" fmla="*/ 1175649 w 1175649"/>
              <a:gd name="connsiteY5" fmla="*/ 0 h 2646363"/>
              <a:gd name="connsiteX6" fmla="*/ 290 w 1175649"/>
              <a:gd name="connsiteY6" fmla="*/ 0 h 264636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175649" h="2646363">
                <a:moveTo>
                  <a:pt x="0" y="6359"/>
                </a:moveTo>
                <a:lnTo>
                  <a:pt x="0" y="1475277"/>
                </a:lnTo>
                <a:cubicBezTo>
                  <a:pt x="0" y="2120987"/>
                  <a:pt x="472698" y="2646363"/>
                  <a:pt x="1053764" y="2646363"/>
                </a:cubicBezTo>
                <a:cubicBezTo>
                  <a:pt x="1090080" y="2646363"/>
                  <a:pt x="1125974" y="2644311"/>
                  <a:pt x="1161355" y="2640305"/>
                </a:cubicBezTo>
                <a:lnTo>
                  <a:pt x="1175649" y="2637874"/>
                </a:lnTo>
                <a:lnTo>
                  <a:pt x="1175649" y="0"/>
                </a:lnTo>
                <a:lnTo>
                  <a:pt x="290" y="0"/>
                </a:lnTo>
                <a:close/>
              </a:path>
            </a:pathLst>
          </a:custGeom>
          <a:solidFill>
            <a:schemeClr val="accent6"/>
          </a:solidFill>
          <a:ln w="20193" cap="flat">
            <a:noFill/>
            <a:prstDash val="solid"/>
            <a:miter/>
          </a:ln>
        </p:spPr>
        <p:txBody>
          <a:bodyPr wrap="square" rtlCol="0" anchor="ctr">
            <a:noAutofit/>
          </a:bodyPr>
          <a:lstStyle/>
          <a:p>
            <a:endParaRPr lang="en-US"/>
          </a:p>
        </p:txBody>
      </p:sp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18C4C14E-48F0-47E0-946A-56EB3768939C}"/>
              </a:ext>
            </a:extLst>
          </p:cNvPr>
          <p:cNvSpPr/>
          <p:nvPr userDrawn="1"/>
        </p:nvSpPr>
        <p:spPr>
          <a:xfrm rot="5400000" flipH="1">
            <a:off x="4978607" y="1529648"/>
            <a:ext cx="352559" cy="10309774"/>
          </a:xfrm>
          <a:custGeom>
            <a:avLst/>
            <a:gdLst>
              <a:gd name="connsiteX0" fmla="*/ 352559 w 352559"/>
              <a:gd name="connsiteY0" fmla="*/ 556670 h 10309774"/>
              <a:gd name="connsiteX1" fmla="*/ 55035 w 352559"/>
              <a:gd name="connsiteY1" fmla="*/ 28174 h 10309774"/>
              <a:gd name="connsiteX2" fmla="*/ 0 w 352559"/>
              <a:gd name="connsiteY2" fmla="*/ 0 h 10309774"/>
              <a:gd name="connsiteX3" fmla="*/ 0 w 352559"/>
              <a:gd name="connsiteY3" fmla="*/ 10309774 h 10309774"/>
              <a:gd name="connsiteX4" fmla="*/ 352558 w 352559"/>
              <a:gd name="connsiteY4" fmla="*/ 10309774 h 1030977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52559" h="10309774">
                <a:moveTo>
                  <a:pt x="352559" y="556670"/>
                </a:moveTo>
                <a:cubicBezTo>
                  <a:pt x="352559" y="332698"/>
                  <a:pt x="233407" y="136556"/>
                  <a:pt x="55035" y="28174"/>
                </a:cubicBezTo>
                <a:lnTo>
                  <a:pt x="0" y="0"/>
                </a:lnTo>
                <a:lnTo>
                  <a:pt x="0" y="10309774"/>
                </a:lnTo>
                <a:lnTo>
                  <a:pt x="352558" y="10309774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2013DD72-9522-4BA0-A099-687ABA983E62}"/>
              </a:ext>
            </a:extLst>
          </p:cNvPr>
          <p:cNvSpPr/>
          <p:nvPr userDrawn="1"/>
        </p:nvSpPr>
        <p:spPr>
          <a:xfrm rot="5400000" flipV="1">
            <a:off x="8499830" y="-3436194"/>
            <a:ext cx="255979" cy="7128367"/>
          </a:xfrm>
          <a:custGeom>
            <a:avLst/>
            <a:gdLst>
              <a:gd name="connsiteX0" fmla="*/ 0 w 255979"/>
              <a:gd name="connsiteY0" fmla="*/ 0 h 7128367"/>
              <a:gd name="connsiteX1" fmla="*/ 0 w 255979"/>
              <a:gd name="connsiteY1" fmla="*/ 7128367 h 7128367"/>
              <a:gd name="connsiteX2" fmla="*/ 255978 w 255979"/>
              <a:gd name="connsiteY2" fmla="*/ 7128367 h 7128367"/>
              <a:gd name="connsiteX3" fmla="*/ 255979 w 255979"/>
              <a:gd name="connsiteY3" fmla="*/ 314383 h 7128367"/>
              <a:gd name="connsiteX4" fmla="*/ 54945 w 255979"/>
              <a:gd name="connsiteY4" fmla="*/ 11093 h 712836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55979" h="7128367">
                <a:moveTo>
                  <a:pt x="0" y="0"/>
                </a:moveTo>
                <a:lnTo>
                  <a:pt x="0" y="7128367"/>
                </a:lnTo>
                <a:lnTo>
                  <a:pt x="255978" y="7128367"/>
                </a:lnTo>
                <a:cubicBezTo>
                  <a:pt x="255978" y="4857039"/>
                  <a:pt x="255979" y="2585711"/>
                  <a:pt x="255979" y="314383"/>
                </a:cubicBezTo>
                <a:cubicBezTo>
                  <a:pt x="255979" y="178042"/>
                  <a:pt x="173084" y="61062"/>
                  <a:pt x="54945" y="11093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E9664A2-9A14-4BE9-8C7E-609CCED7094E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22217" y="1219536"/>
            <a:ext cx="11510119" cy="5089823"/>
          </a:xfrm>
        </p:spPr>
        <p:txBody>
          <a:bodyPr/>
          <a:lstStyle>
            <a:lvl1pPr>
              <a:buClr>
                <a:schemeClr val="accent1"/>
              </a:buClr>
              <a:defRPr>
                <a:solidFill>
                  <a:schemeClr val="tx1"/>
                </a:solidFill>
              </a:defRPr>
            </a:lvl1pPr>
            <a:lvl2pPr>
              <a:buClr>
                <a:schemeClr val="accent1"/>
              </a:buClr>
              <a:defRPr>
                <a:solidFill>
                  <a:schemeClr val="tx1"/>
                </a:solidFill>
              </a:defRPr>
            </a:lvl2pPr>
            <a:lvl3pPr>
              <a:buClr>
                <a:schemeClr val="accent1"/>
              </a:buClr>
              <a:defRPr>
                <a:solidFill>
                  <a:schemeClr val="tx1"/>
                </a:solidFill>
              </a:defRPr>
            </a:lvl3pPr>
            <a:lvl4pPr>
              <a:buClr>
                <a:schemeClr val="accent1"/>
              </a:buClr>
              <a:defRPr>
                <a:solidFill>
                  <a:schemeClr val="tx1"/>
                </a:solidFill>
              </a:defRPr>
            </a:lvl4pPr>
            <a:lvl5pPr>
              <a:buClr>
                <a:schemeClr val="accent1"/>
              </a:buClr>
              <a:defRPr>
                <a:solidFill>
                  <a:schemeClr val="tx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Slide Number Placeholder 5">
            <a:extLst>
              <a:ext uri="{FF2B5EF4-FFF2-40B4-BE49-F238E27FC236}">
                <a16:creationId xmlns:a16="http://schemas.microsoft.com/office/drawing/2014/main" id="{F51B2C77-31F5-4B5E-B872-5831DFEAF4E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63683" y="6479674"/>
            <a:ext cx="57144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</a:lstStyle>
          <a:p>
            <a:fld id="{58FB7AAF-B834-6C45-9A87-AE14DB6717C0}" type="slidenum">
              <a:rPr lang="en-US" spc="300" smtClean="0">
                <a:cs typeface="Arial" panose="020B0604020202020204" pitchFamily="34" charset="0"/>
              </a:rPr>
              <a:pPr/>
              <a:t>‹#›</a:t>
            </a:fld>
            <a:r>
              <a:rPr lang="en-US" spc="300">
                <a:cs typeface="Arial" panose="020B0604020202020204" pitchFamily="34" charset="0"/>
              </a:rPr>
              <a:t>|</a:t>
            </a:r>
            <a:endParaRPr lang="en-US">
              <a:cs typeface="Arial" panose="020B0604020202020204" pitchFamily="34" charset="0"/>
            </a:endParaRPr>
          </a:p>
        </p:txBody>
      </p:sp>
      <p:sp>
        <p:nvSpPr>
          <p:cNvPr id="11" name="Footer Placeholder 4">
            <a:extLst>
              <a:ext uri="{FF2B5EF4-FFF2-40B4-BE49-F238E27FC236}">
                <a16:creationId xmlns:a16="http://schemas.microsoft.com/office/drawing/2014/main" id="{82BD27FF-71FF-434F-8984-B26F985AD218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18822" y="6476235"/>
            <a:ext cx="4470501" cy="3742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bg1"/>
                </a:solidFill>
                <a:latin typeface="IBM Plex Sans Light" panose="020B0403050203000203" pitchFamily="34" charset="0"/>
              </a:defRPr>
            </a:lvl1pPr>
          </a:lstStyle>
          <a:p>
            <a:r>
              <a:rPr lang="en-US"/>
              <a:t>INS-N/A-08-2020-00003 V1.0</a:t>
            </a:r>
          </a:p>
        </p:txBody>
      </p:sp>
      <p:sp>
        <p:nvSpPr>
          <p:cNvPr id="13" name="Title Placeholder 1">
            <a:extLst>
              <a:ext uri="{FF2B5EF4-FFF2-40B4-BE49-F238E27FC236}">
                <a16:creationId xmlns:a16="http://schemas.microsoft.com/office/drawing/2014/main" id="{EC1ED141-BBBF-4DD5-B7BC-89C97DDCA6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0940" y="312561"/>
            <a:ext cx="11510119" cy="841248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C094627D-D79A-F442-84C0-9559BC595869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/>
        </p:blipFill>
        <p:spPr>
          <a:xfrm>
            <a:off x="10831686" y="5595436"/>
            <a:ext cx="1066800" cy="10668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420418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orient="horz" pos="4224">
          <p15:clr>
            <a:srgbClr val="FBAE40"/>
          </p15:clr>
        </p15:guide>
      </p15:sldGuideLst>
    </p:ext>
  </p:extLst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55" Type="http://schemas.openxmlformats.org/officeDocument/2006/relationships/slideLayout" Target="../slideLayouts/slideLayout55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3" Type="http://schemas.openxmlformats.org/officeDocument/2006/relationships/slideLayout" Target="../slideLayouts/slideLayout53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slideLayout" Target="../slideLayouts/slideLayout52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56" Type="http://schemas.openxmlformats.org/officeDocument/2006/relationships/theme" Target="../theme/theme1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54" Type="http://schemas.openxmlformats.org/officeDocument/2006/relationships/slideLayout" Target="../slideLayouts/slideLayout54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17">
            <a:extLst>
              <a:ext uri="{FF2B5EF4-FFF2-40B4-BE49-F238E27FC236}">
                <a16:creationId xmlns:a16="http://schemas.microsoft.com/office/drawing/2014/main" id="{75CAE1F3-FDCA-8A80-82A7-02196E6432F2}"/>
              </a:ext>
            </a:extLst>
          </p:cNvPr>
          <p:cNvGrpSpPr/>
          <p:nvPr userDrawn="1"/>
        </p:nvGrpSpPr>
        <p:grpSpPr>
          <a:xfrm>
            <a:off x="11132045" y="6312755"/>
            <a:ext cx="836706" cy="249494"/>
            <a:chOff x="11074630" y="5946246"/>
            <a:chExt cx="911089" cy="271674"/>
          </a:xfrm>
        </p:grpSpPr>
        <p:sp>
          <p:nvSpPr>
            <p:cNvPr id="11" name="Freeform: Shape 10">
              <a:extLst>
                <a:ext uri="{FF2B5EF4-FFF2-40B4-BE49-F238E27FC236}">
                  <a16:creationId xmlns:a16="http://schemas.microsoft.com/office/drawing/2014/main" id="{50570A7F-0D07-FFAC-23E9-3C44A9EE7864}"/>
                </a:ext>
              </a:extLst>
            </p:cNvPr>
            <p:cNvSpPr/>
            <p:nvPr/>
          </p:nvSpPr>
          <p:spPr>
            <a:xfrm>
              <a:off x="11074630" y="5946246"/>
              <a:ext cx="32607" cy="266264"/>
            </a:xfrm>
            <a:custGeom>
              <a:avLst/>
              <a:gdLst>
                <a:gd name="connsiteX0" fmla="*/ 0 w 212407"/>
                <a:gd name="connsiteY0" fmla="*/ 4763 h 1734502"/>
                <a:gd name="connsiteX1" fmla="*/ 60007 w 212407"/>
                <a:gd name="connsiteY1" fmla="*/ 0 h 1734502"/>
                <a:gd name="connsiteX2" fmla="*/ 172402 w 212407"/>
                <a:gd name="connsiteY2" fmla="*/ 40005 h 1734502"/>
                <a:gd name="connsiteX3" fmla="*/ 212407 w 212407"/>
                <a:gd name="connsiteY3" fmla="*/ 152400 h 1734502"/>
                <a:gd name="connsiteX4" fmla="*/ 212407 w 212407"/>
                <a:gd name="connsiteY4" fmla="*/ 1734502 h 1734502"/>
                <a:gd name="connsiteX5" fmla="*/ 0 w 212407"/>
                <a:gd name="connsiteY5" fmla="*/ 1734502 h 1734502"/>
                <a:gd name="connsiteX6" fmla="*/ 0 w 212407"/>
                <a:gd name="connsiteY6" fmla="*/ 4763 h 17345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212407" h="1734502">
                  <a:moveTo>
                    <a:pt x="0" y="4763"/>
                  </a:moveTo>
                  <a:cubicBezTo>
                    <a:pt x="25717" y="1905"/>
                    <a:pt x="45720" y="0"/>
                    <a:pt x="60007" y="0"/>
                  </a:cubicBezTo>
                  <a:cubicBezTo>
                    <a:pt x="108585" y="0"/>
                    <a:pt x="145732" y="13335"/>
                    <a:pt x="172402" y="40005"/>
                  </a:cubicBezTo>
                  <a:cubicBezTo>
                    <a:pt x="199072" y="66675"/>
                    <a:pt x="212407" y="103823"/>
                    <a:pt x="212407" y="152400"/>
                  </a:cubicBezTo>
                  <a:lnTo>
                    <a:pt x="212407" y="1734502"/>
                  </a:lnTo>
                  <a:lnTo>
                    <a:pt x="0" y="1734502"/>
                  </a:lnTo>
                  <a:lnTo>
                    <a:pt x="0" y="4763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2" name="Freeform: Shape 11">
              <a:extLst>
                <a:ext uri="{FF2B5EF4-FFF2-40B4-BE49-F238E27FC236}">
                  <a16:creationId xmlns:a16="http://schemas.microsoft.com/office/drawing/2014/main" id="{4E70F090-F8C9-CC8A-E573-453FA0C29BBE}"/>
                </a:ext>
              </a:extLst>
            </p:cNvPr>
            <p:cNvSpPr/>
            <p:nvPr/>
          </p:nvSpPr>
          <p:spPr>
            <a:xfrm>
              <a:off x="11141306" y="6033977"/>
              <a:ext cx="146657" cy="178240"/>
            </a:xfrm>
            <a:custGeom>
              <a:avLst/>
              <a:gdLst>
                <a:gd name="connsiteX0" fmla="*/ 0 w 955357"/>
                <a:gd name="connsiteY0" fmla="*/ 21908 h 1161097"/>
                <a:gd name="connsiteX1" fmla="*/ 40958 w 955357"/>
                <a:gd name="connsiteY1" fmla="*/ 19050 h 1161097"/>
                <a:gd name="connsiteX2" fmla="*/ 147638 w 955357"/>
                <a:gd name="connsiteY2" fmla="*/ 50483 h 1161097"/>
                <a:gd name="connsiteX3" fmla="*/ 196215 w 955357"/>
                <a:gd name="connsiteY3" fmla="*/ 141923 h 1161097"/>
                <a:gd name="connsiteX4" fmla="*/ 361950 w 955357"/>
                <a:gd name="connsiteY4" fmla="*/ 37148 h 1161097"/>
                <a:gd name="connsiteX5" fmla="*/ 573405 w 955357"/>
                <a:gd name="connsiteY5" fmla="*/ 0 h 1161097"/>
                <a:gd name="connsiteX6" fmla="*/ 813435 w 955357"/>
                <a:gd name="connsiteY6" fmla="*/ 64770 h 1161097"/>
                <a:gd name="connsiteX7" fmla="*/ 938213 w 955357"/>
                <a:gd name="connsiteY7" fmla="*/ 253365 h 1161097"/>
                <a:gd name="connsiteX8" fmla="*/ 955358 w 955357"/>
                <a:gd name="connsiteY8" fmla="*/ 475298 h 1161097"/>
                <a:gd name="connsiteX9" fmla="*/ 955358 w 955357"/>
                <a:gd name="connsiteY9" fmla="*/ 1161098 h 1161097"/>
                <a:gd name="connsiteX10" fmla="*/ 750570 w 955357"/>
                <a:gd name="connsiteY10" fmla="*/ 1161098 h 1161097"/>
                <a:gd name="connsiteX11" fmla="*/ 750570 w 955357"/>
                <a:gd name="connsiteY11" fmla="*/ 483870 h 1161097"/>
                <a:gd name="connsiteX12" fmla="*/ 736283 w 955357"/>
                <a:gd name="connsiteY12" fmla="*/ 317183 h 1161097"/>
                <a:gd name="connsiteX13" fmla="*/ 661035 w 955357"/>
                <a:gd name="connsiteY13" fmla="*/ 218123 h 1161097"/>
                <a:gd name="connsiteX14" fmla="*/ 508635 w 955357"/>
                <a:gd name="connsiteY14" fmla="*/ 186690 h 1161097"/>
                <a:gd name="connsiteX15" fmla="*/ 353378 w 955357"/>
                <a:gd name="connsiteY15" fmla="*/ 210503 h 1161097"/>
                <a:gd name="connsiteX16" fmla="*/ 245745 w 955357"/>
                <a:gd name="connsiteY16" fmla="*/ 274320 h 1161097"/>
                <a:gd name="connsiteX17" fmla="*/ 206692 w 955357"/>
                <a:gd name="connsiteY17" fmla="*/ 357188 h 1161097"/>
                <a:gd name="connsiteX18" fmla="*/ 206692 w 955357"/>
                <a:gd name="connsiteY18" fmla="*/ 1161098 h 1161097"/>
                <a:gd name="connsiteX19" fmla="*/ 1905 w 955357"/>
                <a:gd name="connsiteY19" fmla="*/ 1161098 h 1161097"/>
                <a:gd name="connsiteX20" fmla="*/ 1905 w 955357"/>
                <a:gd name="connsiteY20" fmla="*/ 21908 h 11610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55357" h="1161097">
                  <a:moveTo>
                    <a:pt x="0" y="21908"/>
                  </a:moveTo>
                  <a:cubicBezTo>
                    <a:pt x="14288" y="20003"/>
                    <a:pt x="28575" y="19050"/>
                    <a:pt x="40958" y="19050"/>
                  </a:cubicBezTo>
                  <a:cubicBezTo>
                    <a:pt x="84773" y="19050"/>
                    <a:pt x="120015" y="29528"/>
                    <a:pt x="147638" y="50483"/>
                  </a:cubicBezTo>
                  <a:cubicBezTo>
                    <a:pt x="175260" y="71438"/>
                    <a:pt x="191453" y="101917"/>
                    <a:pt x="196215" y="141923"/>
                  </a:cubicBezTo>
                  <a:cubicBezTo>
                    <a:pt x="240983" y="97155"/>
                    <a:pt x="296228" y="61913"/>
                    <a:pt x="361950" y="37148"/>
                  </a:cubicBezTo>
                  <a:cubicBezTo>
                    <a:pt x="426720" y="12383"/>
                    <a:pt x="497205" y="0"/>
                    <a:pt x="573405" y="0"/>
                  </a:cubicBezTo>
                  <a:cubicBezTo>
                    <a:pt x="671513" y="0"/>
                    <a:pt x="751523" y="21908"/>
                    <a:pt x="813435" y="64770"/>
                  </a:cubicBezTo>
                  <a:cubicBezTo>
                    <a:pt x="875348" y="108585"/>
                    <a:pt x="917258" y="171450"/>
                    <a:pt x="938213" y="253365"/>
                  </a:cubicBezTo>
                  <a:cubicBezTo>
                    <a:pt x="949643" y="297180"/>
                    <a:pt x="955358" y="370523"/>
                    <a:pt x="955358" y="475298"/>
                  </a:cubicBezTo>
                  <a:lnTo>
                    <a:pt x="955358" y="1161098"/>
                  </a:lnTo>
                  <a:lnTo>
                    <a:pt x="750570" y="1161098"/>
                  </a:lnTo>
                  <a:lnTo>
                    <a:pt x="750570" y="483870"/>
                  </a:lnTo>
                  <a:cubicBezTo>
                    <a:pt x="750570" y="404813"/>
                    <a:pt x="745808" y="349567"/>
                    <a:pt x="736283" y="317183"/>
                  </a:cubicBezTo>
                  <a:cubicBezTo>
                    <a:pt x="722948" y="272415"/>
                    <a:pt x="698183" y="239078"/>
                    <a:pt x="661035" y="218123"/>
                  </a:cubicBezTo>
                  <a:cubicBezTo>
                    <a:pt x="623888" y="197167"/>
                    <a:pt x="573405" y="186690"/>
                    <a:pt x="508635" y="186690"/>
                  </a:cubicBezTo>
                  <a:cubicBezTo>
                    <a:pt x="450533" y="186690"/>
                    <a:pt x="399098" y="194310"/>
                    <a:pt x="353378" y="210503"/>
                  </a:cubicBezTo>
                  <a:cubicBezTo>
                    <a:pt x="307658" y="226695"/>
                    <a:pt x="271463" y="247650"/>
                    <a:pt x="245745" y="274320"/>
                  </a:cubicBezTo>
                  <a:cubicBezTo>
                    <a:pt x="220028" y="300990"/>
                    <a:pt x="206692" y="328613"/>
                    <a:pt x="206692" y="357188"/>
                  </a:cubicBezTo>
                  <a:lnTo>
                    <a:pt x="206692" y="1161098"/>
                  </a:lnTo>
                  <a:lnTo>
                    <a:pt x="1905" y="1161098"/>
                  </a:lnTo>
                  <a:lnTo>
                    <a:pt x="1905" y="2190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3" name="Freeform: Shape 12">
              <a:extLst>
                <a:ext uri="{FF2B5EF4-FFF2-40B4-BE49-F238E27FC236}">
                  <a16:creationId xmlns:a16="http://schemas.microsoft.com/office/drawing/2014/main" id="{E9B7A83B-A062-749D-6075-9CF774FE5735}"/>
                </a:ext>
              </a:extLst>
            </p:cNvPr>
            <p:cNvSpPr/>
            <p:nvPr/>
          </p:nvSpPr>
          <p:spPr>
            <a:xfrm>
              <a:off x="11314282" y="6033831"/>
              <a:ext cx="125309" cy="183504"/>
            </a:xfrm>
            <a:custGeom>
              <a:avLst/>
              <a:gdLst>
                <a:gd name="connsiteX0" fmla="*/ 708660 w 816292"/>
                <a:gd name="connsiteY0" fmla="*/ 293370 h 1195387"/>
                <a:gd name="connsiteX1" fmla="*/ 582930 w 816292"/>
                <a:gd name="connsiteY1" fmla="*/ 202882 h 1195387"/>
                <a:gd name="connsiteX2" fmla="*/ 421005 w 816292"/>
                <a:gd name="connsiteY2" fmla="*/ 167640 h 1195387"/>
                <a:gd name="connsiteX3" fmla="*/ 263843 w 816292"/>
                <a:gd name="connsiteY3" fmla="*/ 204788 h 1195387"/>
                <a:gd name="connsiteX4" fmla="*/ 205740 w 816292"/>
                <a:gd name="connsiteY4" fmla="*/ 312420 h 1195387"/>
                <a:gd name="connsiteX5" fmla="*/ 226695 w 816292"/>
                <a:gd name="connsiteY5" fmla="*/ 381000 h 1195387"/>
                <a:gd name="connsiteX6" fmla="*/ 295275 w 816292"/>
                <a:gd name="connsiteY6" fmla="*/ 434340 h 1195387"/>
                <a:gd name="connsiteX7" fmla="*/ 444818 w 816292"/>
                <a:gd name="connsiteY7" fmla="*/ 481013 h 1195387"/>
                <a:gd name="connsiteX8" fmla="*/ 662940 w 816292"/>
                <a:gd name="connsiteY8" fmla="*/ 561022 h 1195387"/>
                <a:gd name="connsiteX9" fmla="*/ 779145 w 816292"/>
                <a:gd name="connsiteY9" fmla="*/ 675322 h 1195387"/>
                <a:gd name="connsiteX10" fmla="*/ 816293 w 816292"/>
                <a:gd name="connsiteY10" fmla="*/ 838200 h 1195387"/>
                <a:gd name="connsiteX11" fmla="*/ 693420 w 816292"/>
                <a:gd name="connsiteY11" fmla="*/ 1097280 h 1195387"/>
                <a:gd name="connsiteX12" fmla="*/ 374332 w 816292"/>
                <a:gd name="connsiteY12" fmla="*/ 1195388 h 1195387"/>
                <a:gd name="connsiteX13" fmla="*/ 108585 w 816292"/>
                <a:gd name="connsiteY13" fmla="*/ 1149667 h 1195387"/>
                <a:gd name="connsiteX14" fmla="*/ 0 w 816292"/>
                <a:gd name="connsiteY14" fmla="*/ 1048703 h 1195387"/>
                <a:gd name="connsiteX15" fmla="*/ 12382 w 816292"/>
                <a:gd name="connsiteY15" fmla="*/ 994410 h 1195387"/>
                <a:gd name="connsiteX16" fmla="*/ 60960 w 816292"/>
                <a:gd name="connsiteY16" fmla="*/ 905828 h 1195387"/>
                <a:gd name="connsiteX17" fmla="*/ 213360 w 816292"/>
                <a:gd name="connsiteY17" fmla="*/ 996315 h 1195387"/>
                <a:gd name="connsiteX18" fmla="*/ 381953 w 816292"/>
                <a:gd name="connsiteY18" fmla="*/ 1028700 h 1195387"/>
                <a:gd name="connsiteX19" fmla="*/ 553403 w 816292"/>
                <a:gd name="connsiteY19" fmla="*/ 983932 h 1195387"/>
                <a:gd name="connsiteX20" fmla="*/ 613410 w 816292"/>
                <a:gd name="connsiteY20" fmla="*/ 854392 h 1195387"/>
                <a:gd name="connsiteX21" fmla="*/ 560070 w 816292"/>
                <a:gd name="connsiteY21" fmla="*/ 735330 h 1195387"/>
                <a:gd name="connsiteX22" fmla="*/ 361950 w 816292"/>
                <a:gd name="connsiteY22" fmla="*/ 659130 h 1195387"/>
                <a:gd name="connsiteX23" fmla="*/ 87630 w 816292"/>
                <a:gd name="connsiteY23" fmla="*/ 537210 h 1195387"/>
                <a:gd name="connsiteX24" fmla="*/ 4763 w 816292"/>
                <a:gd name="connsiteY24" fmla="*/ 323850 h 1195387"/>
                <a:gd name="connsiteX25" fmla="*/ 120968 w 816292"/>
                <a:gd name="connsiteY25" fmla="*/ 88582 h 1195387"/>
                <a:gd name="connsiteX26" fmla="*/ 415290 w 816292"/>
                <a:gd name="connsiteY26" fmla="*/ 0 h 1195387"/>
                <a:gd name="connsiteX27" fmla="*/ 579120 w 816292"/>
                <a:gd name="connsiteY27" fmla="*/ 18097 h 1195387"/>
                <a:gd name="connsiteX28" fmla="*/ 704850 w 816292"/>
                <a:gd name="connsiteY28" fmla="*/ 64770 h 1195387"/>
                <a:gd name="connsiteX29" fmla="*/ 786765 w 816292"/>
                <a:gd name="connsiteY29" fmla="*/ 159067 h 1195387"/>
                <a:gd name="connsiteX30" fmla="*/ 741045 w 816292"/>
                <a:gd name="connsiteY30" fmla="*/ 289560 h 1195387"/>
                <a:gd name="connsiteX31" fmla="*/ 708660 w 816292"/>
                <a:gd name="connsiteY31" fmla="*/ 293370 h 11953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816292" h="1195387">
                  <a:moveTo>
                    <a:pt x="708660" y="293370"/>
                  </a:moveTo>
                  <a:cubicBezTo>
                    <a:pt x="678180" y="256222"/>
                    <a:pt x="636270" y="225742"/>
                    <a:pt x="582930" y="202882"/>
                  </a:cubicBezTo>
                  <a:cubicBezTo>
                    <a:pt x="529590" y="180022"/>
                    <a:pt x="476250" y="167640"/>
                    <a:pt x="421005" y="167640"/>
                  </a:cubicBezTo>
                  <a:cubicBezTo>
                    <a:pt x="355282" y="167640"/>
                    <a:pt x="302895" y="180022"/>
                    <a:pt x="263843" y="204788"/>
                  </a:cubicBezTo>
                  <a:cubicBezTo>
                    <a:pt x="224790" y="229552"/>
                    <a:pt x="205740" y="265747"/>
                    <a:pt x="205740" y="312420"/>
                  </a:cubicBezTo>
                  <a:cubicBezTo>
                    <a:pt x="205740" y="338138"/>
                    <a:pt x="212407" y="360997"/>
                    <a:pt x="226695" y="381000"/>
                  </a:cubicBezTo>
                  <a:cubicBezTo>
                    <a:pt x="240030" y="401003"/>
                    <a:pt x="262890" y="419100"/>
                    <a:pt x="295275" y="434340"/>
                  </a:cubicBezTo>
                  <a:cubicBezTo>
                    <a:pt x="327660" y="449580"/>
                    <a:pt x="377190" y="465772"/>
                    <a:pt x="444818" y="481013"/>
                  </a:cubicBezTo>
                  <a:cubicBezTo>
                    <a:pt x="538163" y="503872"/>
                    <a:pt x="610553" y="530542"/>
                    <a:pt x="662940" y="561022"/>
                  </a:cubicBezTo>
                  <a:cubicBezTo>
                    <a:pt x="715328" y="591503"/>
                    <a:pt x="753428" y="629603"/>
                    <a:pt x="779145" y="675322"/>
                  </a:cubicBezTo>
                  <a:cubicBezTo>
                    <a:pt x="803910" y="721042"/>
                    <a:pt x="816293" y="775335"/>
                    <a:pt x="816293" y="838200"/>
                  </a:cubicBezTo>
                  <a:cubicBezTo>
                    <a:pt x="816293" y="945832"/>
                    <a:pt x="775335" y="1032510"/>
                    <a:pt x="693420" y="1097280"/>
                  </a:cubicBezTo>
                  <a:cubicBezTo>
                    <a:pt x="611505" y="1162050"/>
                    <a:pt x="504825" y="1195388"/>
                    <a:pt x="374332" y="1195388"/>
                  </a:cubicBezTo>
                  <a:cubicBezTo>
                    <a:pt x="266700" y="1195388"/>
                    <a:pt x="178118" y="1180148"/>
                    <a:pt x="108585" y="1149667"/>
                  </a:cubicBezTo>
                  <a:cubicBezTo>
                    <a:pt x="36195" y="1121092"/>
                    <a:pt x="0" y="1086803"/>
                    <a:pt x="0" y="1048703"/>
                  </a:cubicBezTo>
                  <a:cubicBezTo>
                    <a:pt x="0" y="1032510"/>
                    <a:pt x="3810" y="1014413"/>
                    <a:pt x="12382" y="994410"/>
                  </a:cubicBezTo>
                  <a:cubicBezTo>
                    <a:pt x="20003" y="974407"/>
                    <a:pt x="36195" y="944880"/>
                    <a:pt x="60960" y="905828"/>
                  </a:cubicBezTo>
                  <a:cubicBezTo>
                    <a:pt x="105728" y="944880"/>
                    <a:pt x="157163" y="974407"/>
                    <a:pt x="213360" y="996315"/>
                  </a:cubicBezTo>
                  <a:cubicBezTo>
                    <a:pt x="269557" y="1018222"/>
                    <a:pt x="325755" y="1028700"/>
                    <a:pt x="381953" y="1028700"/>
                  </a:cubicBezTo>
                  <a:cubicBezTo>
                    <a:pt x="456247" y="1028700"/>
                    <a:pt x="513397" y="1013460"/>
                    <a:pt x="553403" y="983932"/>
                  </a:cubicBezTo>
                  <a:cubicBezTo>
                    <a:pt x="593407" y="954405"/>
                    <a:pt x="613410" y="911542"/>
                    <a:pt x="613410" y="854392"/>
                  </a:cubicBezTo>
                  <a:cubicBezTo>
                    <a:pt x="613410" y="804863"/>
                    <a:pt x="595313" y="764857"/>
                    <a:pt x="560070" y="735330"/>
                  </a:cubicBezTo>
                  <a:cubicBezTo>
                    <a:pt x="524828" y="705803"/>
                    <a:pt x="459105" y="680085"/>
                    <a:pt x="361950" y="659130"/>
                  </a:cubicBezTo>
                  <a:cubicBezTo>
                    <a:pt x="235268" y="631507"/>
                    <a:pt x="143828" y="591503"/>
                    <a:pt x="87630" y="537210"/>
                  </a:cubicBezTo>
                  <a:cubicBezTo>
                    <a:pt x="32385" y="482917"/>
                    <a:pt x="4763" y="412432"/>
                    <a:pt x="4763" y="323850"/>
                  </a:cubicBezTo>
                  <a:cubicBezTo>
                    <a:pt x="4763" y="225742"/>
                    <a:pt x="43815" y="147638"/>
                    <a:pt x="120968" y="88582"/>
                  </a:cubicBezTo>
                  <a:cubicBezTo>
                    <a:pt x="198120" y="29527"/>
                    <a:pt x="296228" y="0"/>
                    <a:pt x="415290" y="0"/>
                  </a:cubicBezTo>
                  <a:cubicBezTo>
                    <a:pt x="473393" y="0"/>
                    <a:pt x="527685" y="5715"/>
                    <a:pt x="579120" y="18097"/>
                  </a:cubicBezTo>
                  <a:cubicBezTo>
                    <a:pt x="630555" y="30480"/>
                    <a:pt x="672465" y="45720"/>
                    <a:pt x="704850" y="64770"/>
                  </a:cubicBezTo>
                  <a:cubicBezTo>
                    <a:pt x="759143" y="95250"/>
                    <a:pt x="786765" y="126682"/>
                    <a:pt x="786765" y="159067"/>
                  </a:cubicBezTo>
                  <a:cubicBezTo>
                    <a:pt x="786765" y="192405"/>
                    <a:pt x="771525" y="236220"/>
                    <a:pt x="741045" y="289560"/>
                  </a:cubicBezTo>
                  <a:lnTo>
                    <a:pt x="708660" y="29337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6E293ADC-3579-C78A-AD96-B5AEFE31670A}"/>
                </a:ext>
              </a:extLst>
            </p:cNvPr>
            <p:cNvSpPr/>
            <p:nvPr/>
          </p:nvSpPr>
          <p:spPr>
            <a:xfrm>
              <a:off x="11466789" y="6035878"/>
              <a:ext cx="145780" cy="182042"/>
            </a:xfrm>
            <a:custGeom>
              <a:avLst/>
              <a:gdLst>
                <a:gd name="connsiteX0" fmla="*/ 0 w 949642"/>
                <a:gd name="connsiteY0" fmla="*/ 2858 h 1185862"/>
                <a:gd name="connsiteX1" fmla="*/ 43815 w 949642"/>
                <a:gd name="connsiteY1" fmla="*/ 0 h 1185862"/>
                <a:gd name="connsiteX2" fmla="*/ 205740 w 949642"/>
                <a:gd name="connsiteY2" fmla="*/ 163830 h 1185862"/>
                <a:gd name="connsiteX3" fmla="*/ 205740 w 949642"/>
                <a:gd name="connsiteY3" fmla="*/ 726757 h 1185862"/>
                <a:gd name="connsiteX4" fmla="*/ 220028 w 949642"/>
                <a:gd name="connsiteY4" fmla="*/ 883920 h 1185862"/>
                <a:gd name="connsiteX5" fmla="*/ 273368 w 949642"/>
                <a:gd name="connsiteY5" fmla="*/ 961072 h 1185862"/>
                <a:gd name="connsiteX6" fmla="*/ 346710 w 949642"/>
                <a:gd name="connsiteY6" fmla="*/ 996315 h 1185862"/>
                <a:gd name="connsiteX7" fmla="*/ 449580 w 949642"/>
                <a:gd name="connsiteY7" fmla="*/ 1006793 h 1185862"/>
                <a:gd name="connsiteX8" fmla="*/ 595313 w 949642"/>
                <a:gd name="connsiteY8" fmla="*/ 979170 h 1185862"/>
                <a:gd name="connsiteX9" fmla="*/ 702945 w 949642"/>
                <a:gd name="connsiteY9" fmla="*/ 910590 h 1185862"/>
                <a:gd name="connsiteX10" fmla="*/ 743903 w 949642"/>
                <a:gd name="connsiteY10" fmla="*/ 833438 h 1185862"/>
                <a:gd name="connsiteX11" fmla="*/ 743903 w 949642"/>
                <a:gd name="connsiteY11" fmla="*/ 2858 h 1185862"/>
                <a:gd name="connsiteX12" fmla="*/ 787718 w 949642"/>
                <a:gd name="connsiteY12" fmla="*/ 0 h 1185862"/>
                <a:gd name="connsiteX13" fmla="*/ 949643 w 949642"/>
                <a:gd name="connsiteY13" fmla="*/ 163830 h 1185862"/>
                <a:gd name="connsiteX14" fmla="*/ 949643 w 949642"/>
                <a:gd name="connsiteY14" fmla="*/ 1148715 h 1185862"/>
                <a:gd name="connsiteX15" fmla="*/ 744855 w 949642"/>
                <a:gd name="connsiteY15" fmla="*/ 1148715 h 1185862"/>
                <a:gd name="connsiteX16" fmla="*/ 744855 w 949642"/>
                <a:gd name="connsiteY16" fmla="*/ 1042988 h 1185862"/>
                <a:gd name="connsiteX17" fmla="*/ 384810 w 949642"/>
                <a:gd name="connsiteY17" fmla="*/ 1185863 h 1185862"/>
                <a:gd name="connsiteX18" fmla="*/ 214313 w 949642"/>
                <a:gd name="connsiteY18" fmla="*/ 1162050 h 1185862"/>
                <a:gd name="connsiteX19" fmla="*/ 93345 w 949642"/>
                <a:gd name="connsiteY19" fmla="*/ 1088707 h 1185862"/>
                <a:gd name="connsiteX20" fmla="*/ 22860 w 949642"/>
                <a:gd name="connsiteY20" fmla="*/ 961072 h 1185862"/>
                <a:gd name="connsiteX21" fmla="*/ 0 w 949642"/>
                <a:gd name="connsiteY21" fmla="*/ 727710 h 1185862"/>
                <a:gd name="connsiteX22" fmla="*/ 0 w 949642"/>
                <a:gd name="connsiteY22" fmla="*/ 2858 h 11858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49642" h="118586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2"/>
                    <a:pt x="205740" y="163830"/>
                  </a:cubicBezTo>
                  <a:lnTo>
                    <a:pt x="205740" y="726757"/>
                  </a:lnTo>
                  <a:cubicBezTo>
                    <a:pt x="205740" y="797243"/>
                    <a:pt x="210503" y="849630"/>
                    <a:pt x="220028" y="883920"/>
                  </a:cubicBezTo>
                  <a:cubicBezTo>
                    <a:pt x="229553" y="917257"/>
                    <a:pt x="247650" y="943928"/>
                    <a:pt x="273368" y="961072"/>
                  </a:cubicBezTo>
                  <a:cubicBezTo>
                    <a:pt x="296228" y="977265"/>
                    <a:pt x="320040" y="988695"/>
                    <a:pt x="346710" y="996315"/>
                  </a:cubicBezTo>
                  <a:cubicBezTo>
                    <a:pt x="373380" y="1003935"/>
                    <a:pt x="407670" y="1006793"/>
                    <a:pt x="449580" y="1006793"/>
                  </a:cubicBezTo>
                  <a:cubicBezTo>
                    <a:pt x="502920" y="1006793"/>
                    <a:pt x="551498" y="997268"/>
                    <a:pt x="595313" y="979170"/>
                  </a:cubicBezTo>
                  <a:cubicBezTo>
                    <a:pt x="639128" y="961072"/>
                    <a:pt x="675323" y="937260"/>
                    <a:pt x="702945" y="910590"/>
                  </a:cubicBezTo>
                  <a:cubicBezTo>
                    <a:pt x="730568" y="882968"/>
                    <a:pt x="743903" y="857250"/>
                    <a:pt x="743903" y="833438"/>
                  </a:cubicBezTo>
                  <a:lnTo>
                    <a:pt x="743903" y="2858"/>
                  </a:lnTo>
                  <a:cubicBezTo>
                    <a:pt x="758190" y="953"/>
                    <a:pt x="772478" y="0"/>
                    <a:pt x="787718" y="0"/>
                  </a:cubicBezTo>
                  <a:cubicBezTo>
                    <a:pt x="895350" y="0"/>
                    <a:pt x="949643" y="54292"/>
                    <a:pt x="949643" y="163830"/>
                  </a:cubicBezTo>
                  <a:lnTo>
                    <a:pt x="949643" y="1148715"/>
                  </a:lnTo>
                  <a:lnTo>
                    <a:pt x="744855" y="1148715"/>
                  </a:lnTo>
                  <a:lnTo>
                    <a:pt x="744855" y="1042988"/>
                  </a:lnTo>
                  <a:cubicBezTo>
                    <a:pt x="662940" y="1138238"/>
                    <a:pt x="542925" y="1185863"/>
                    <a:pt x="384810" y="1185863"/>
                  </a:cubicBezTo>
                  <a:cubicBezTo>
                    <a:pt x="320040" y="1185863"/>
                    <a:pt x="263843" y="1178243"/>
                    <a:pt x="214313" y="1162050"/>
                  </a:cubicBezTo>
                  <a:cubicBezTo>
                    <a:pt x="164783" y="1145857"/>
                    <a:pt x="124778" y="1121093"/>
                    <a:pt x="93345" y="1088707"/>
                  </a:cubicBezTo>
                  <a:cubicBezTo>
                    <a:pt x="61913" y="1055370"/>
                    <a:pt x="39053" y="1013460"/>
                    <a:pt x="22860" y="961072"/>
                  </a:cubicBezTo>
                  <a:cubicBezTo>
                    <a:pt x="7620" y="908685"/>
                    <a:pt x="0" y="831532"/>
                    <a:pt x="0" y="72771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3CDEB448-6F3F-F5F2-2E76-142E75C8C59E}"/>
                </a:ext>
              </a:extLst>
            </p:cNvPr>
            <p:cNvSpPr/>
            <p:nvPr/>
          </p:nvSpPr>
          <p:spPr>
            <a:xfrm>
              <a:off x="11644737" y="5963354"/>
              <a:ext cx="49422" cy="251057"/>
            </a:xfrm>
            <a:custGeom>
              <a:avLst/>
              <a:gdLst>
                <a:gd name="connsiteX0" fmla="*/ 0 w 321944"/>
                <a:gd name="connsiteY0" fmla="*/ 2858 h 1635442"/>
                <a:gd name="connsiteX1" fmla="*/ 43815 w 321944"/>
                <a:gd name="connsiteY1" fmla="*/ 0 h 1635442"/>
                <a:gd name="connsiteX2" fmla="*/ 205740 w 321944"/>
                <a:gd name="connsiteY2" fmla="*/ 163830 h 1635442"/>
                <a:gd name="connsiteX3" fmla="*/ 205740 w 321944"/>
                <a:gd name="connsiteY3" fmla="*/ 1394460 h 1635442"/>
                <a:gd name="connsiteX4" fmla="*/ 215265 w 321944"/>
                <a:gd name="connsiteY4" fmla="*/ 1485900 h 1635442"/>
                <a:gd name="connsiteX5" fmla="*/ 249555 w 321944"/>
                <a:gd name="connsiteY5" fmla="*/ 1521143 h 1635442"/>
                <a:gd name="connsiteX6" fmla="*/ 321945 w 321944"/>
                <a:gd name="connsiteY6" fmla="*/ 1531620 h 1635442"/>
                <a:gd name="connsiteX7" fmla="*/ 321945 w 321944"/>
                <a:gd name="connsiteY7" fmla="*/ 1618298 h 1635442"/>
                <a:gd name="connsiteX8" fmla="*/ 189548 w 321944"/>
                <a:gd name="connsiteY8" fmla="*/ 1635443 h 1635442"/>
                <a:gd name="connsiteX9" fmla="*/ 82868 w 321944"/>
                <a:gd name="connsiteY9" fmla="*/ 1613535 h 1635442"/>
                <a:gd name="connsiteX10" fmla="*/ 20955 w 321944"/>
                <a:gd name="connsiteY10" fmla="*/ 1544955 h 1635442"/>
                <a:gd name="connsiteX11" fmla="*/ 0 w 321944"/>
                <a:gd name="connsiteY11" fmla="*/ 1386840 h 1635442"/>
                <a:gd name="connsiteX12" fmla="*/ 0 w 321944"/>
                <a:gd name="connsiteY12" fmla="*/ 2858 h 16354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321944" h="1635442">
                  <a:moveTo>
                    <a:pt x="0" y="2858"/>
                  </a:moveTo>
                  <a:cubicBezTo>
                    <a:pt x="14288" y="953"/>
                    <a:pt x="28575" y="0"/>
                    <a:pt x="43815" y="0"/>
                  </a:cubicBezTo>
                  <a:cubicBezTo>
                    <a:pt x="151448" y="0"/>
                    <a:pt x="205740" y="54293"/>
                    <a:pt x="205740" y="163830"/>
                  </a:cubicBezTo>
                  <a:lnTo>
                    <a:pt x="205740" y="1394460"/>
                  </a:lnTo>
                  <a:cubicBezTo>
                    <a:pt x="205740" y="1439228"/>
                    <a:pt x="208598" y="1469708"/>
                    <a:pt x="215265" y="1485900"/>
                  </a:cubicBezTo>
                  <a:cubicBezTo>
                    <a:pt x="221932" y="1502093"/>
                    <a:pt x="233363" y="1513523"/>
                    <a:pt x="249555" y="1521143"/>
                  </a:cubicBezTo>
                  <a:cubicBezTo>
                    <a:pt x="265748" y="1528763"/>
                    <a:pt x="289560" y="1531620"/>
                    <a:pt x="321945" y="1531620"/>
                  </a:cubicBezTo>
                  <a:lnTo>
                    <a:pt x="321945" y="1618298"/>
                  </a:lnTo>
                  <a:cubicBezTo>
                    <a:pt x="288607" y="1629728"/>
                    <a:pt x="243840" y="1635443"/>
                    <a:pt x="189548" y="1635443"/>
                  </a:cubicBezTo>
                  <a:cubicBezTo>
                    <a:pt x="145732" y="1635443"/>
                    <a:pt x="110490" y="1627823"/>
                    <a:pt x="82868" y="1613535"/>
                  </a:cubicBezTo>
                  <a:cubicBezTo>
                    <a:pt x="55245" y="1599248"/>
                    <a:pt x="35243" y="1576388"/>
                    <a:pt x="20955" y="1544955"/>
                  </a:cubicBezTo>
                  <a:cubicBezTo>
                    <a:pt x="7620" y="1513523"/>
                    <a:pt x="0" y="1461135"/>
                    <a:pt x="0" y="1386840"/>
                  </a:cubicBezTo>
                  <a:lnTo>
                    <a:pt x="0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C53B8508-F4D8-625D-3348-7C82B2F7F849}"/>
                </a:ext>
              </a:extLst>
            </p:cNvPr>
            <p:cNvSpPr/>
            <p:nvPr/>
          </p:nvSpPr>
          <p:spPr>
            <a:xfrm>
              <a:off x="11709950" y="6033831"/>
              <a:ext cx="150898" cy="183943"/>
            </a:xfrm>
            <a:custGeom>
              <a:avLst/>
              <a:gdLst>
                <a:gd name="connsiteX0" fmla="*/ 212408 w 982980"/>
                <a:gd name="connsiteY0" fmla="*/ 634365 h 1198244"/>
                <a:gd name="connsiteX1" fmla="*/ 310515 w 982980"/>
                <a:gd name="connsiteY1" fmla="*/ 923925 h 1198244"/>
                <a:gd name="connsiteX2" fmla="*/ 569595 w 982980"/>
                <a:gd name="connsiteY2" fmla="*/ 1024890 h 1198244"/>
                <a:gd name="connsiteX3" fmla="*/ 888683 w 982980"/>
                <a:gd name="connsiteY3" fmla="*/ 887730 h 1198244"/>
                <a:gd name="connsiteX4" fmla="*/ 937260 w 982980"/>
                <a:gd name="connsiteY4" fmla="*/ 961072 h 1198244"/>
                <a:gd name="connsiteX5" fmla="*/ 956310 w 982980"/>
                <a:gd name="connsiteY5" fmla="*/ 1020128 h 1198244"/>
                <a:gd name="connsiteX6" fmla="*/ 902970 w 982980"/>
                <a:gd name="connsiteY6" fmla="*/ 1102042 h 1198244"/>
                <a:gd name="connsiteX7" fmla="*/ 550545 w 982980"/>
                <a:gd name="connsiteY7" fmla="*/ 1198245 h 1198244"/>
                <a:gd name="connsiteX8" fmla="*/ 142875 w 982980"/>
                <a:gd name="connsiteY8" fmla="*/ 1041082 h 1198244"/>
                <a:gd name="connsiteX9" fmla="*/ 0 w 982980"/>
                <a:gd name="connsiteY9" fmla="*/ 584835 h 1198244"/>
                <a:gd name="connsiteX10" fmla="*/ 66675 w 982980"/>
                <a:gd name="connsiteY10" fmla="*/ 270510 h 1198244"/>
                <a:gd name="connsiteX11" fmla="*/ 252413 w 982980"/>
                <a:gd name="connsiteY11" fmla="*/ 70485 h 1198244"/>
                <a:gd name="connsiteX12" fmla="*/ 519113 w 982980"/>
                <a:gd name="connsiteY12" fmla="*/ 0 h 1198244"/>
                <a:gd name="connsiteX13" fmla="*/ 770573 w 982980"/>
                <a:gd name="connsiteY13" fmla="*/ 61913 h 1198244"/>
                <a:gd name="connsiteX14" fmla="*/ 928688 w 982980"/>
                <a:gd name="connsiteY14" fmla="*/ 237172 h 1198244"/>
                <a:gd name="connsiteX15" fmla="*/ 982980 w 982980"/>
                <a:gd name="connsiteY15" fmla="*/ 498157 h 1198244"/>
                <a:gd name="connsiteX16" fmla="*/ 975360 w 982980"/>
                <a:gd name="connsiteY16" fmla="*/ 633413 h 1198244"/>
                <a:gd name="connsiteX17" fmla="*/ 212408 w 982980"/>
                <a:gd name="connsiteY17" fmla="*/ 633413 h 1198244"/>
                <a:gd name="connsiteX18" fmla="*/ 777240 w 982980"/>
                <a:gd name="connsiteY18" fmla="*/ 480060 h 1198244"/>
                <a:gd name="connsiteX19" fmla="*/ 509588 w 982980"/>
                <a:gd name="connsiteY19" fmla="*/ 171450 h 1198244"/>
                <a:gd name="connsiteX20" fmla="*/ 301943 w 982980"/>
                <a:gd name="connsiteY20" fmla="*/ 254317 h 1198244"/>
                <a:gd name="connsiteX21" fmla="*/ 212408 w 982980"/>
                <a:gd name="connsiteY21" fmla="*/ 480060 h 1198244"/>
                <a:gd name="connsiteX22" fmla="*/ 777240 w 982980"/>
                <a:gd name="connsiteY22" fmla="*/ 480060 h 1198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82980" h="1198244">
                  <a:moveTo>
                    <a:pt x="212408" y="634365"/>
                  </a:moveTo>
                  <a:cubicBezTo>
                    <a:pt x="217170" y="760095"/>
                    <a:pt x="249555" y="856297"/>
                    <a:pt x="310515" y="923925"/>
                  </a:cubicBezTo>
                  <a:cubicBezTo>
                    <a:pt x="370523" y="991553"/>
                    <a:pt x="457200" y="1024890"/>
                    <a:pt x="569595" y="1024890"/>
                  </a:cubicBezTo>
                  <a:cubicBezTo>
                    <a:pt x="702945" y="1024890"/>
                    <a:pt x="809625" y="979170"/>
                    <a:pt x="888683" y="887730"/>
                  </a:cubicBezTo>
                  <a:cubicBezTo>
                    <a:pt x="907733" y="911542"/>
                    <a:pt x="923925" y="936307"/>
                    <a:pt x="937260" y="961072"/>
                  </a:cubicBezTo>
                  <a:cubicBezTo>
                    <a:pt x="950595" y="985838"/>
                    <a:pt x="956310" y="1005840"/>
                    <a:pt x="956310" y="1020128"/>
                  </a:cubicBezTo>
                  <a:cubicBezTo>
                    <a:pt x="956310" y="1047750"/>
                    <a:pt x="938213" y="1074420"/>
                    <a:pt x="902970" y="1102042"/>
                  </a:cubicBezTo>
                  <a:cubicBezTo>
                    <a:pt x="816293" y="1166813"/>
                    <a:pt x="698183" y="1198245"/>
                    <a:pt x="550545" y="1198245"/>
                  </a:cubicBezTo>
                  <a:cubicBezTo>
                    <a:pt x="373380" y="1198245"/>
                    <a:pt x="237173" y="1145857"/>
                    <a:pt x="142875" y="1041082"/>
                  </a:cubicBezTo>
                  <a:cubicBezTo>
                    <a:pt x="47625" y="936307"/>
                    <a:pt x="0" y="783907"/>
                    <a:pt x="0" y="584835"/>
                  </a:cubicBezTo>
                  <a:cubicBezTo>
                    <a:pt x="0" y="462915"/>
                    <a:pt x="21908" y="358140"/>
                    <a:pt x="66675" y="270510"/>
                  </a:cubicBezTo>
                  <a:cubicBezTo>
                    <a:pt x="110490" y="183832"/>
                    <a:pt x="173355" y="117157"/>
                    <a:pt x="252413" y="70485"/>
                  </a:cubicBezTo>
                  <a:cubicBezTo>
                    <a:pt x="332423" y="23813"/>
                    <a:pt x="421005" y="0"/>
                    <a:pt x="519113" y="0"/>
                  </a:cubicBezTo>
                  <a:cubicBezTo>
                    <a:pt x="617220" y="0"/>
                    <a:pt x="701040" y="20955"/>
                    <a:pt x="770573" y="61913"/>
                  </a:cubicBezTo>
                  <a:cubicBezTo>
                    <a:pt x="840105" y="102870"/>
                    <a:pt x="892493" y="160972"/>
                    <a:pt x="928688" y="237172"/>
                  </a:cubicBezTo>
                  <a:cubicBezTo>
                    <a:pt x="964883" y="312420"/>
                    <a:pt x="982980" y="400050"/>
                    <a:pt x="982980" y="498157"/>
                  </a:cubicBezTo>
                  <a:cubicBezTo>
                    <a:pt x="982980" y="561022"/>
                    <a:pt x="980123" y="605790"/>
                    <a:pt x="975360" y="633413"/>
                  </a:cubicBezTo>
                  <a:lnTo>
                    <a:pt x="212408" y="633413"/>
                  </a:lnTo>
                  <a:close/>
                  <a:moveTo>
                    <a:pt x="777240" y="480060"/>
                  </a:moveTo>
                  <a:cubicBezTo>
                    <a:pt x="777240" y="274320"/>
                    <a:pt x="687705" y="171450"/>
                    <a:pt x="509588" y="171450"/>
                  </a:cubicBezTo>
                  <a:cubicBezTo>
                    <a:pt x="423863" y="171450"/>
                    <a:pt x="355283" y="199072"/>
                    <a:pt x="301943" y="254317"/>
                  </a:cubicBezTo>
                  <a:cubicBezTo>
                    <a:pt x="248603" y="309563"/>
                    <a:pt x="219075" y="384810"/>
                    <a:pt x="212408" y="480060"/>
                  </a:cubicBezTo>
                  <a:lnTo>
                    <a:pt x="777240" y="480060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B9C1406D-C6AE-9DE6-FE4A-3964BFA6E58C}"/>
                </a:ext>
              </a:extLst>
            </p:cNvPr>
            <p:cNvSpPr/>
            <p:nvPr/>
          </p:nvSpPr>
          <p:spPr>
            <a:xfrm>
              <a:off x="11888484" y="5984409"/>
              <a:ext cx="97235" cy="233218"/>
            </a:xfrm>
            <a:custGeom>
              <a:avLst/>
              <a:gdLst>
                <a:gd name="connsiteX0" fmla="*/ 0 w 633412"/>
                <a:gd name="connsiteY0" fmla="*/ 2858 h 1519237"/>
                <a:gd name="connsiteX1" fmla="*/ 43815 w 633412"/>
                <a:gd name="connsiteY1" fmla="*/ 0 h 1519237"/>
                <a:gd name="connsiteX2" fmla="*/ 205740 w 633412"/>
                <a:gd name="connsiteY2" fmla="*/ 163830 h 1519237"/>
                <a:gd name="connsiteX3" fmla="*/ 205740 w 633412"/>
                <a:gd name="connsiteY3" fmla="*/ 349567 h 1519237"/>
                <a:gd name="connsiteX4" fmla="*/ 565785 w 633412"/>
                <a:gd name="connsiteY4" fmla="*/ 349567 h 1519237"/>
                <a:gd name="connsiteX5" fmla="*/ 565785 w 633412"/>
                <a:gd name="connsiteY5" fmla="*/ 523875 h 1519237"/>
                <a:gd name="connsiteX6" fmla="*/ 205740 w 633412"/>
                <a:gd name="connsiteY6" fmla="*/ 523875 h 1519237"/>
                <a:gd name="connsiteX7" fmla="*/ 205740 w 633412"/>
                <a:gd name="connsiteY7" fmla="*/ 1146810 h 1519237"/>
                <a:gd name="connsiteX8" fmla="*/ 362902 w 633412"/>
                <a:gd name="connsiteY8" fmla="*/ 1344930 h 1519237"/>
                <a:gd name="connsiteX9" fmla="*/ 443865 w 633412"/>
                <a:gd name="connsiteY9" fmla="*/ 1327785 h 1519237"/>
                <a:gd name="connsiteX10" fmla="*/ 517207 w 633412"/>
                <a:gd name="connsiteY10" fmla="*/ 1283970 h 1519237"/>
                <a:gd name="connsiteX11" fmla="*/ 562927 w 633412"/>
                <a:gd name="connsiteY11" fmla="*/ 1240155 h 1519237"/>
                <a:gd name="connsiteX12" fmla="*/ 633413 w 633412"/>
                <a:gd name="connsiteY12" fmla="*/ 1375410 h 1519237"/>
                <a:gd name="connsiteX13" fmla="*/ 587693 w 633412"/>
                <a:gd name="connsiteY13" fmla="*/ 1444943 h 1519237"/>
                <a:gd name="connsiteX14" fmla="*/ 475297 w 633412"/>
                <a:gd name="connsiteY14" fmla="*/ 1500187 h 1519237"/>
                <a:gd name="connsiteX15" fmla="*/ 331470 w 633412"/>
                <a:gd name="connsiteY15" fmla="*/ 1519237 h 1519237"/>
                <a:gd name="connsiteX16" fmla="*/ 24765 w 633412"/>
                <a:gd name="connsiteY16" fmla="*/ 1338262 h 1519237"/>
                <a:gd name="connsiteX17" fmla="*/ 952 w 633412"/>
                <a:gd name="connsiteY17" fmla="*/ 1130618 h 1519237"/>
                <a:gd name="connsiteX18" fmla="*/ 952 w 633412"/>
                <a:gd name="connsiteY18" fmla="*/ 2858 h 15192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633412" h="1519237">
                  <a:moveTo>
                    <a:pt x="0" y="2858"/>
                  </a:moveTo>
                  <a:cubicBezTo>
                    <a:pt x="14288" y="952"/>
                    <a:pt x="28575" y="0"/>
                    <a:pt x="43815" y="0"/>
                  </a:cubicBezTo>
                  <a:cubicBezTo>
                    <a:pt x="151447" y="0"/>
                    <a:pt x="205740" y="54292"/>
                    <a:pt x="205740" y="163830"/>
                  </a:cubicBezTo>
                  <a:lnTo>
                    <a:pt x="205740" y="349567"/>
                  </a:lnTo>
                  <a:lnTo>
                    <a:pt x="565785" y="349567"/>
                  </a:lnTo>
                  <a:lnTo>
                    <a:pt x="565785" y="523875"/>
                  </a:lnTo>
                  <a:lnTo>
                    <a:pt x="205740" y="523875"/>
                  </a:lnTo>
                  <a:lnTo>
                    <a:pt x="205740" y="1146810"/>
                  </a:lnTo>
                  <a:cubicBezTo>
                    <a:pt x="205740" y="1279208"/>
                    <a:pt x="258127" y="1344930"/>
                    <a:pt x="362902" y="1344930"/>
                  </a:cubicBezTo>
                  <a:cubicBezTo>
                    <a:pt x="390525" y="1344930"/>
                    <a:pt x="417195" y="1339215"/>
                    <a:pt x="443865" y="1327785"/>
                  </a:cubicBezTo>
                  <a:cubicBezTo>
                    <a:pt x="470535" y="1316355"/>
                    <a:pt x="495300" y="1302068"/>
                    <a:pt x="517207" y="1283970"/>
                  </a:cubicBezTo>
                  <a:cubicBezTo>
                    <a:pt x="540068" y="1265873"/>
                    <a:pt x="555307" y="1251585"/>
                    <a:pt x="562927" y="1240155"/>
                  </a:cubicBezTo>
                  <a:cubicBezTo>
                    <a:pt x="609600" y="1298258"/>
                    <a:pt x="633413" y="1343025"/>
                    <a:pt x="633413" y="1375410"/>
                  </a:cubicBezTo>
                  <a:cubicBezTo>
                    <a:pt x="633413" y="1398270"/>
                    <a:pt x="618172" y="1421130"/>
                    <a:pt x="587693" y="1444943"/>
                  </a:cubicBezTo>
                  <a:cubicBezTo>
                    <a:pt x="557213" y="1468755"/>
                    <a:pt x="520065" y="1487805"/>
                    <a:pt x="475297" y="1500187"/>
                  </a:cubicBezTo>
                  <a:cubicBezTo>
                    <a:pt x="430530" y="1513523"/>
                    <a:pt x="382905" y="1519237"/>
                    <a:pt x="331470" y="1519237"/>
                  </a:cubicBezTo>
                  <a:cubicBezTo>
                    <a:pt x="170497" y="1519237"/>
                    <a:pt x="68580" y="1459230"/>
                    <a:pt x="24765" y="1338262"/>
                  </a:cubicBezTo>
                  <a:cubicBezTo>
                    <a:pt x="8572" y="1293495"/>
                    <a:pt x="952" y="1223962"/>
                    <a:pt x="952" y="1130618"/>
                  </a:cubicBezTo>
                  <a:lnTo>
                    <a:pt x="952" y="2858"/>
                  </a:lnTo>
                  <a:close/>
                </a:path>
              </a:pathLst>
            </a:custGeom>
            <a:solidFill>
              <a:srgbClr val="743DBC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320"/>
            <a:ext cx="11273991" cy="1147160"/>
          </a:xfrm>
          <a:prstGeom prst="rect">
            <a:avLst/>
          </a:prstGeom>
        </p:spPr>
        <p:txBody>
          <a:bodyPr vert="horz" lIns="0" tIns="0" rIns="0" bIns="0" rtlCol="0" anchor="b">
            <a:noAutofit/>
          </a:bodyPr>
          <a:lstStyle/>
          <a:p>
            <a:r>
              <a:rPr lang="en-US"/>
              <a:t>Title Goes Here</a:t>
            </a:r>
            <a:br>
              <a:rPr lang="en-US"/>
            </a:br>
            <a:r>
              <a:rPr lang="en-US"/>
              <a:t>Titles Are IBM Sans Plex Bold 40pt Font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1" y="1737360"/>
            <a:ext cx="11273990" cy="4480560"/>
          </a:xfrm>
          <a:prstGeom prst="rect">
            <a:avLst/>
          </a:prstGeom>
        </p:spPr>
        <p:txBody>
          <a:bodyPr vert="horz" lIns="0" tIns="0" rIns="0" bIns="0" rtlCol="0">
            <a:noAutofit/>
          </a:bodyPr>
          <a:lstStyle/>
          <a:p>
            <a:pPr lvl="0"/>
            <a:r>
              <a:rPr lang="en-US"/>
              <a:t>Add text here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  <a:p>
            <a:pPr lvl="5"/>
            <a:r>
              <a:rPr lang="en-US"/>
              <a:t>Sixth level</a:t>
            </a:r>
          </a:p>
          <a:p>
            <a:pPr lvl="6"/>
            <a:r>
              <a:rPr lang="en-US"/>
              <a:t>Seventh level</a:t>
            </a:r>
          </a:p>
          <a:p>
            <a:pPr lvl="7"/>
            <a:r>
              <a:rPr lang="en-US"/>
              <a:t>Eighth level</a:t>
            </a:r>
          </a:p>
          <a:p>
            <a:pPr lvl="8"/>
            <a:r>
              <a:rPr lang="en-US"/>
              <a:t>Ninth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1244411" y="6583680"/>
            <a:ext cx="741308" cy="204281"/>
          </a:xfrm>
          <a:prstGeom prst="rect">
            <a:avLst/>
          </a:prstGeom>
        </p:spPr>
        <p:txBody>
          <a:bodyPr vert="horz" lIns="0" tIns="0" rIns="0" bIns="45720" rtlCol="0" anchor="b"/>
          <a:lstStyle>
            <a:lvl1pPr algn="r">
              <a:lnSpc>
                <a:spcPct val="80000"/>
              </a:lnSpc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228D026D-C07B-48C8-8C2B-C561E4D51E16}" type="datetime1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205803" y="6583680"/>
            <a:ext cx="9784080" cy="204281"/>
          </a:xfrm>
          <a:prstGeom prst="rect">
            <a:avLst/>
          </a:prstGeom>
        </p:spPr>
        <p:txBody>
          <a:bodyPr vert="horz" lIns="0" tIns="0" rIns="0" bIns="45720" rtlCol="0" anchor="b"/>
          <a:lstStyle>
            <a:lvl1pPr algn="ctr">
              <a:lnSpc>
                <a:spcPct val="80000"/>
              </a:lnSpc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r>
              <a:rPr lang="en-US"/>
              <a:t>CONFIDENTIAL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200422" y="6583680"/>
            <a:ext cx="469680" cy="204281"/>
          </a:xfrm>
          <a:prstGeom prst="rect">
            <a:avLst/>
          </a:prstGeom>
        </p:spPr>
        <p:txBody>
          <a:bodyPr vert="horz" lIns="0" tIns="0" rIns="0" bIns="45720" rtlCol="0" anchor="b"/>
          <a:lstStyle>
            <a:lvl1pPr algn="l">
              <a:lnSpc>
                <a:spcPct val="80000"/>
              </a:lnSpc>
              <a:defRPr sz="9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</a:lstStyle>
          <a:p>
            <a:fld id="{4F90343F-D056-4E24-BE3D-A305BDC1A23E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53086021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6" r:id="rId1"/>
    <p:sldLayoutId id="2147483741" r:id="rId2"/>
    <p:sldLayoutId id="2147483742" r:id="rId3"/>
    <p:sldLayoutId id="2147483722" r:id="rId4"/>
    <p:sldLayoutId id="2147483772" r:id="rId5"/>
    <p:sldLayoutId id="2147483679" r:id="rId6"/>
    <p:sldLayoutId id="2147483773" r:id="rId7"/>
    <p:sldLayoutId id="2147483680" r:id="rId8"/>
    <p:sldLayoutId id="2147483743" r:id="rId9"/>
    <p:sldLayoutId id="2147483681" r:id="rId10"/>
    <p:sldLayoutId id="2147483744" r:id="rId11"/>
    <p:sldLayoutId id="2147483682" r:id="rId12"/>
    <p:sldLayoutId id="2147483683" r:id="rId13"/>
    <p:sldLayoutId id="2147483684" r:id="rId14"/>
    <p:sldLayoutId id="2147483713" r:id="rId15"/>
    <p:sldLayoutId id="2147483712" r:id="rId16"/>
    <p:sldLayoutId id="2147483768" r:id="rId17"/>
    <p:sldLayoutId id="2147483769" r:id="rId18"/>
    <p:sldLayoutId id="2147483750" r:id="rId19"/>
    <p:sldLayoutId id="2147483776" r:id="rId20"/>
    <p:sldLayoutId id="2147483688" r:id="rId21"/>
    <p:sldLayoutId id="2147483714" r:id="rId22"/>
    <p:sldLayoutId id="2147483691" r:id="rId23"/>
    <p:sldLayoutId id="2147483727" r:id="rId24"/>
    <p:sldLayoutId id="2147483751" r:id="rId25"/>
    <p:sldLayoutId id="2147483752" r:id="rId26"/>
    <p:sldLayoutId id="2147483753" r:id="rId27"/>
    <p:sldLayoutId id="2147483735" r:id="rId28"/>
    <p:sldLayoutId id="2147483715" r:id="rId29"/>
    <p:sldLayoutId id="2147483695" r:id="rId30"/>
    <p:sldLayoutId id="2147483737" r:id="rId31"/>
    <p:sldLayoutId id="2147483736" r:id="rId32"/>
    <p:sldLayoutId id="2147483770" r:id="rId33"/>
    <p:sldLayoutId id="2147483740" r:id="rId34"/>
    <p:sldLayoutId id="2147483717" r:id="rId35"/>
    <p:sldLayoutId id="2147483738" r:id="rId36"/>
    <p:sldLayoutId id="2147483767" r:id="rId37"/>
    <p:sldLayoutId id="2147483718" r:id="rId38"/>
    <p:sldLayoutId id="2147483779" r:id="rId39"/>
    <p:sldLayoutId id="2147483746" r:id="rId40"/>
    <p:sldLayoutId id="2147483745" r:id="rId41"/>
    <p:sldLayoutId id="2147483719" r:id="rId42"/>
    <p:sldLayoutId id="2147483700" r:id="rId43"/>
    <p:sldLayoutId id="2147483720" r:id="rId44"/>
    <p:sldLayoutId id="2147483701" r:id="rId45"/>
    <p:sldLayoutId id="2147483704" r:id="rId46"/>
    <p:sldLayoutId id="2147483703" r:id="rId47"/>
    <p:sldLayoutId id="2147483705" r:id="rId48"/>
    <p:sldLayoutId id="2147483708" r:id="rId49"/>
    <p:sldLayoutId id="2147483775" r:id="rId50"/>
    <p:sldLayoutId id="2147483749" r:id="rId51"/>
    <p:sldLayoutId id="2147483777" r:id="rId52"/>
    <p:sldLayoutId id="2147483710" r:id="rId53"/>
    <p:sldLayoutId id="2147483711" r:id="rId54"/>
    <p:sldLayoutId id="2147483782" r:id="rId55"/>
  </p:sldLayoutIdLst>
  <p:transition>
    <p:fade/>
  </p:transition>
  <p:hf hdr="0" dt="0"/>
  <p:txStyles>
    <p:titleStyle>
      <a:lvl1pPr algn="l" defTabSz="1219170" rtl="0" eaLnBrk="1" latinLnBrk="0" hangingPunct="1">
        <a:lnSpc>
          <a:spcPct val="90000"/>
        </a:lnSpc>
        <a:spcBef>
          <a:spcPct val="0"/>
        </a:spcBef>
        <a:buNone/>
        <a:defRPr sz="4000" b="1" kern="1200" cap="none" baseline="0">
          <a:solidFill>
            <a:schemeClr val="accent1">
              <a:lumMod val="50000"/>
            </a:schemeClr>
          </a:solidFill>
          <a:latin typeface="+mn-lt"/>
          <a:ea typeface="+mj-ea"/>
          <a:cs typeface="+mj-cs"/>
        </a:defRPr>
      </a:lvl1pPr>
    </p:titleStyle>
    <p:bodyStyle>
      <a:lvl1pPr marL="228600" indent="-228600" algn="l" defTabSz="1219170" rtl="0" eaLnBrk="1" latinLnBrk="0" hangingPunct="1">
        <a:lnSpc>
          <a:spcPct val="90000"/>
        </a:lnSpc>
        <a:spcBef>
          <a:spcPts val="1200"/>
        </a:spcBef>
        <a:buClr>
          <a:schemeClr val="accent1"/>
        </a:buClr>
        <a:buFont typeface="IBM Plex Sans" panose="020B0503050203000203" pitchFamily="34" charset="0"/>
        <a:buChar char="•"/>
        <a:defRPr sz="22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228600" algn="l" defTabSz="121917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IBM Plex Sans" panose="020B0503050203000203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indent="-228600" algn="l" defTabSz="1219170" rtl="0" eaLnBrk="1" latinLnBrk="0" hangingPunct="1">
        <a:lnSpc>
          <a:spcPct val="90000"/>
        </a:lnSpc>
        <a:spcBef>
          <a:spcPts val="600"/>
        </a:spcBef>
        <a:buClr>
          <a:schemeClr val="accent1"/>
        </a:buClr>
        <a:buFont typeface="IBM Plex Sans" panose="020B0503050203000203" pitchFamily="34" charset="0"/>
        <a:buChar char="–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430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tabLst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defRPr sz="1200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16002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defRPr sz="1100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18288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defRPr sz="1050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2057400" indent="-228600" algn="l" defTabSz="1219170" rtl="0" eaLnBrk="1" latinLnBrk="0" hangingPunct="1">
        <a:lnSpc>
          <a:spcPct val="90000"/>
        </a:lnSpc>
        <a:spcBef>
          <a:spcPts val="300"/>
        </a:spcBef>
        <a:buClr>
          <a:schemeClr val="accent1"/>
        </a:buClr>
        <a:buFont typeface="IBM Plex Sans" panose="020B0503050203000203" pitchFamily="34" charset="0"/>
        <a:buChar char="–"/>
        <a:defRPr sz="1000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609585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219170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82875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3833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3047924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657509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267093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876678" algn="l" defTabSz="1219170" rtl="0" eaLnBrk="1" latinLnBrk="0" hangingPunct="1"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hyperlink" Target="https://workapps.smartsheet.com/app/QWwfq8hj6wmCc2V4MmMGhQCWGF" TargetMode="External"/><Relationship Id="rId1" Type="http://schemas.openxmlformats.org/officeDocument/2006/relationships/slideLayout" Target="../slideLayouts/slideLayout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7D507FD-46FC-6C03-9B79-2649A7B75946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PE Work Hub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6760D58-582F-DAB7-10E2-79BD5FF9CB45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1DF4D14E-4986-7049-86DD-584F2FF0B72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4133282-7636-BBF4-EEA1-9BCAFE4DE7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225923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41CA1120-8410-7A89-A756-775543FD8871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5B1460D-83AC-E035-3324-A563157614D1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Testing a Simpler PE System</a:t>
            </a:r>
          </a:p>
          <a:p>
            <a:r>
              <a:rPr lang="en-US" dirty="0"/>
              <a:t>Create one place to see PE/project-related work</a:t>
            </a:r>
          </a:p>
          <a:p>
            <a:r>
              <a:rPr lang="en-US" dirty="0"/>
              <a:t>Make ownership, blockers, decisions, and next steps more visible</a:t>
            </a:r>
          </a:p>
          <a:p>
            <a:r>
              <a:rPr lang="en-US" dirty="0"/>
              <a:t>Reduce side-channel tracking in Teams, notebooks, and one-off spreadsheets</a:t>
            </a:r>
          </a:p>
          <a:p>
            <a:r>
              <a:rPr lang="en-US" dirty="0"/>
              <a:t>Test whether the </a:t>
            </a:r>
            <a:r>
              <a:rPr lang="en-US" dirty="0" err="1"/>
              <a:t>WorkApp</a:t>
            </a:r>
            <a:r>
              <a:rPr lang="en-US" dirty="0"/>
              <a:t> feels useful before broader rollout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D6DE72-A4CD-AB32-8A23-0DB536A6B8F8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8CDCFC6-9C2A-616F-8EAC-CECCB77B19D3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2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FBC5C55E-6FEA-14EC-422B-94D6F510E0C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Why We’re Piloting This</a:t>
            </a:r>
          </a:p>
        </p:txBody>
      </p:sp>
    </p:spTree>
    <p:extLst>
      <p:ext uri="{BB962C8B-B14F-4D97-AF65-F5344CB8AC3E}">
        <p14:creationId xmlns:p14="http://schemas.microsoft.com/office/powerpoint/2010/main" val="168266398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97FCAB-F5B3-D9DE-C944-DC7E676397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Belongs in the System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3AC0E67-32C4-2414-6B8B-6F403F665843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EE665D3-435F-4AF9-7A2A-12E8A3167F17}"/>
              </a:ext>
            </a:extLst>
          </p:cNvPr>
          <p:cNvSpPr>
            <a:spLocks noGrp="1"/>
          </p:cNvSpPr>
          <p:nvPr>
            <p:ph type="body" sz="quarter" idx="14"/>
          </p:nvPr>
        </p:nvSpPr>
        <p:spPr/>
        <p:txBody>
          <a:bodyPr/>
          <a:lstStyle/>
          <a:p>
            <a:r>
              <a:rPr lang="en-US" b="1" dirty="0"/>
              <a:t>Use it for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04318A0-E9FA-3CBC-8394-908E6DD27131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/>
        <p:txBody>
          <a:bodyPr/>
          <a:lstStyle/>
          <a:p>
            <a:r>
              <a:rPr lang="en-US" b="1" dirty="0"/>
              <a:t>Do not use it for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E7F4554E-641E-D898-8CD2-856F7145394C}"/>
              </a:ext>
            </a:extLst>
          </p:cNvPr>
          <p:cNvSpPr>
            <a:spLocks noGrp="1"/>
          </p:cNvSpPr>
          <p:nvPr>
            <p:ph sz="quarter" idx="21"/>
          </p:nvPr>
        </p:nvSpPr>
        <p:spPr/>
        <p:txBody>
          <a:bodyPr/>
          <a:lstStyle/>
          <a:p>
            <a:r>
              <a:rPr lang="en-US" dirty="0"/>
              <a:t>PE project work</a:t>
            </a:r>
          </a:p>
          <a:p>
            <a:r>
              <a:rPr lang="en-US" dirty="0"/>
              <a:t>Improvement work</a:t>
            </a:r>
          </a:p>
          <a:p>
            <a:r>
              <a:rPr lang="en-US" dirty="0"/>
              <a:t>Cross-functional project actions</a:t>
            </a:r>
          </a:p>
          <a:p>
            <a:r>
              <a:rPr lang="en-US" dirty="0"/>
              <a:t>Non-routine assignments</a:t>
            </a:r>
          </a:p>
          <a:p>
            <a:r>
              <a:rPr lang="en-US" dirty="0"/>
              <a:t>Decisions needed</a:t>
            </a:r>
          </a:p>
          <a:p>
            <a:r>
              <a:rPr lang="en-US" dirty="0"/>
              <a:t>Blockers / risks / escalations</a:t>
            </a:r>
          </a:p>
          <a:p>
            <a:r>
              <a:rPr lang="en-US" dirty="0" err="1"/>
              <a:t>TrackWise</a:t>
            </a:r>
            <a:r>
              <a:rPr lang="en-US" dirty="0"/>
              <a:t>-related project or release work</a:t>
            </a:r>
          </a:p>
          <a:p>
            <a:r>
              <a:rPr lang="en-US" dirty="0"/>
              <a:t>Requests for PE support</a:t>
            </a:r>
          </a:p>
        </p:txBody>
      </p:sp>
      <p:sp>
        <p:nvSpPr>
          <p:cNvPr id="7" name="Content Placeholder 6">
            <a:extLst>
              <a:ext uri="{FF2B5EF4-FFF2-40B4-BE49-F238E27FC236}">
                <a16:creationId xmlns:a16="http://schemas.microsoft.com/office/drawing/2014/main" id="{8B8F7D12-0F75-BE6A-64C3-F610C8B548D6}"/>
              </a:ext>
            </a:extLst>
          </p:cNvPr>
          <p:cNvSpPr>
            <a:spLocks noGrp="1"/>
          </p:cNvSpPr>
          <p:nvPr>
            <p:ph sz="quarter" idx="22"/>
          </p:nvPr>
        </p:nvSpPr>
        <p:spPr/>
        <p:txBody>
          <a:bodyPr/>
          <a:lstStyle/>
          <a:p>
            <a:r>
              <a:rPr lang="en-US" dirty="0"/>
              <a:t>Routine daily lab assignments</a:t>
            </a:r>
          </a:p>
          <a:p>
            <a:r>
              <a:rPr lang="en-US" dirty="0"/>
              <a:t>Normal queue work</a:t>
            </a:r>
          </a:p>
          <a:p>
            <a:r>
              <a:rPr lang="en-US" dirty="0"/>
              <a:t>Shift coverage</a:t>
            </a:r>
          </a:p>
          <a:p>
            <a:r>
              <a:rPr lang="en-US" dirty="0"/>
              <a:t>One-off verbal reminders</a:t>
            </a:r>
          </a:p>
          <a:p>
            <a:r>
              <a:rPr lang="en-US" dirty="0"/>
              <a:t>Work already managed cleanly elsewhere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A827FD49-6E10-C09D-CAD7-0DEBBB7D3CFB}"/>
              </a:ext>
            </a:extLst>
          </p:cNvPr>
          <p:cNvSpPr>
            <a:spLocks noGrp="1"/>
          </p:cNvSpPr>
          <p:nvPr>
            <p:ph type="ftr" sz="quarter" idx="24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6D7EF6B3-0463-E5A1-BF8C-6177D977EB9F}"/>
              </a:ext>
            </a:extLst>
          </p:cNvPr>
          <p:cNvSpPr>
            <a:spLocks noGrp="1"/>
          </p:cNvSpPr>
          <p:nvPr>
            <p:ph type="sldNum" sz="quarter" idx="25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5532388"/>
      </p:ext>
    </p:extLst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A981E65-3224-91D5-D213-D91D22CF355E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How to Use It During the Pilot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9B36D5D-8E90-6D86-7BA4-1406BD125B4B}"/>
              </a:ext>
            </a:extLst>
          </p:cNvPr>
          <p:cNvSpPr>
            <a:spLocks noGrp="1"/>
          </p:cNvSpPr>
          <p:nvPr>
            <p:ph type="subTitle" idx="18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6AF854B-CB73-D258-9569-E99F86349BBF}"/>
              </a:ext>
            </a:extLst>
          </p:cNvPr>
          <p:cNvSpPr>
            <a:spLocks noGrp="1"/>
          </p:cNvSpPr>
          <p:nvPr>
            <p:ph sz="quarter" idx="19"/>
          </p:nvPr>
        </p:nvSpPr>
        <p:spPr/>
        <p:txBody>
          <a:bodyPr/>
          <a:lstStyle/>
          <a:p>
            <a:r>
              <a:rPr lang="en-US" b="1" dirty="0"/>
              <a:t>Use it like it is real</a:t>
            </a:r>
          </a:p>
          <a:p>
            <a:pPr lvl="1"/>
            <a:r>
              <a:rPr lang="en-US" dirty="0"/>
              <a:t>If you assign PE/project work, add it.</a:t>
            </a:r>
          </a:p>
          <a:p>
            <a:pPr lvl="1"/>
            <a:r>
              <a:rPr lang="en-US" dirty="0"/>
              <a:t>If you need a decision, log it.</a:t>
            </a:r>
          </a:p>
          <a:p>
            <a:pPr lvl="1"/>
            <a:r>
              <a:rPr lang="en-US" dirty="0"/>
              <a:t>If something is blocked, flag it.</a:t>
            </a:r>
          </a:p>
          <a:p>
            <a:r>
              <a:rPr lang="en-US" b="1" dirty="0"/>
              <a:t>Keep entries actionable</a:t>
            </a:r>
          </a:p>
          <a:p>
            <a:pPr lvl="1"/>
            <a:r>
              <a:rPr lang="en-US" dirty="0"/>
              <a:t>What is the work?</a:t>
            </a:r>
          </a:p>
          <a:p>
            <a:pPr lvl="1"/>
            <a:r>
              <a:rPr lang="en-US" dirty="0"/>
              <a:t>Who owns it?</a:t>
            </a:r>
          </a:p>
          <a:p>
            <a:pPr lvl="1"/>
            <a:r>
              <a:rPr lang="en-US" dirty="0"/>
              <a:t>What project/request is it tied to?</a:t>
            </a:r>
          </a:p>
          <a:p>
            <a:pPr lvl="1"/>
            <a:r>
              <a:rPr lang="en-US" dirty="0"/>
              <a:t>When is it needed?</a:t>
            </a:r>
          </a:p>
          <a:p>
            <a:pPr lvl="1"/>
            <a:r>
              <a:rPr lang="en-US" dirty="0"/>
              <a:t>What is the next step?</a:t>
            </a:r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33BF7913-0BE1-AA6E-2ECF-D05ED31AC0AA}"/>
              </a:ext>
            </a:extLst>
          </p:cNvPr>
          <p:cNvSpPr>
            <a:spLocks noGrp="1"/>
          </p:cNvSpPr>
          <p:nvPr>
            <p:ph sz="quarter" idx="20"/>
          </p:nvPr>
        </p:nvSpPr>
        <p:spPr/>
        <p:txBody>
          <a:bodyPr/>
          <a:lstStyle/>
          <a:p>
            <a:r>
              <a:rPr lang="en-US" b="1" dirty="0"/>
              <a:t>Use the </a:t>
            </a:r>
            <a:r>
              <a:rPr lang="en-US" b="1" dirty="0" err="1"/>
              <a:t>WorkApp</a:t>
            </a:r>
            <a:r>
              <a:rPr lang="en-US" b="1" dirty="0"/>
              <a:t> views first</a:t>
            </a:r>
          </a:p>
          <a:p>
            <a:pPr lvl="1"/>
            <a:r>
              <a:rPr lang="en-US" dirty="0"/>
              <a:t>Reports/forms are the intended user interface.</a:t>
            </a:r>
          </a:p>
          <a:p>
            <a:pPr lvl="1"/>
            <a:r>
              <a:rPr lang="en-US" dirty="0"/>
              <a:t>Backend sheets are mainly for admin/system maintenance.</a:t>
            </a:r>
          </a:p>
          <a:p>
            <a:r>
              <a:rPr lang="en-US" b="1" dirty="0"/>
              <a:t>Do not worry about perfection; Friction is the point of testing.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DB3FAA21-83EE-0ED1-64A8-A7C6F75D238C}"/>
              </a:ext>
            </a:extLst>
          </p:cNvPr>
          <p:cNvSpPr>
            <a:spLocks noGrp="1"/>
          </p:cNvSpPr>
          <p:nvPr>
            <p:ph type="ftr" sz="quarter" idx="22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75646A-8619-1081-92D7-F223347DCFF3}"/>
              </a:ext>
            </a:extLst>
          </p:cNvPr>
          <p:cNvSpPr>
            <a:spLocks noGrp="1"/>
          </p:cNvSpPr>
          <p:nvPr>
            <p:ph type="sldNum" sz="quarter" idx="23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782209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p14:dur="250">
        <p:fade/>
      </p:transition>
    </mc:Choice>
    <mc:Fallback xmlns="">
      <p:transition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38DE0641-C28E-137B-979B-64FFE5CD6369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CFE222B-F312-6E97-2225-0A897C1D6120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/>
              <a:t>Can you find what you own?</a:t>
            </a:r>
          </a:p>
          <a:p>
            <a:r>
              <a:rPr lang="en-US" dirty="0"/>
              <a:t>Can you add work easily?</a:t>
            </a:r>
          </a:p>
          <a:p>
            <a:r>
              <a:rPr lang="en-US" dirty="0"/>
              <a:t>Are the fields/statuses clear?</a:t>
            </a:r>
          </a:p>
          <a:p>
            <a:r>
              <a:rPr lang="en-US" dirty="0"/>
              <a:t>Is it obvious what is blocked or waiting on a decision?</a:t>
            </a:r>
          </a:p>
          <a:p>
            <a:r>
              <a:rPr lang="en-US" dirty="0"/>
              <a:t>Can a manager see where their people are contributing?</a:t>
            </a:r>
          </a:p>
          <a:p>
            <a:r>
              <a:rPr lang="en-US" dirty="0"/>
              <a:t>Does this reduce side-channel tracking?</a:t>
            </a:r>
          </a:p>
          <a:p>
            <a:r>
              <a:rPr lang="en-US" dirty="0"/>
              <a:t>What would make you avoid using it?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DDD38F8-783E-0A0E-8B4A-ABBF02145349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99581BC-3D2B-D516-CD6C-CCA45B2C0C50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5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8E5C3109-9727-12DB-8E7C-E709E56568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What We’re Testing</a:t>
            </a:r>
          </a:p>
        </p:txBody>
      </p:sp>
    </p:spTree>
    <p:extLst>
      <p:ext uri="{BB962C8B-B14F-4D97-AF65-F5344CB8AC3E}">
        <p14:creationId xmlns:p14="http://schemas.microsoft.com/office/powerpoint/2010/main" val="3924862179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ubtitle 1">
            <a:extLst>
              <a:ext uri="{FF2B5EF4-FFF2-40B4-BE49-F238E27FC236}">
                <a16:creationId xmlns:a16="http://schemas.microsoft.com/office/drawing/2014/main" id="{DB9276DA-2AA4-CD0C-D13B-2F4590C2B582}"/>
              </a:ext>
            </a:extLst>
          </p:cNvPr>
          <p:cNvSpPr>
            <a:spLocks noGrp="1"/>
          </p:cNvSpPr>
          <p:nvPr>
            <p:ph type="subTitle" idx="13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5F47FC-27E2-6744-5B78-6AF0B5ACD377}"/>
              </a:ext>
            </a:extLst>
          </p:cNvPr>
          <p:cNvSpPr>
            <a:spLocks noGrp="1"/>
          </p:cNvSpPr>
          <p:nvPr>
            <p:ph sz="quarter" idx="17"/>
          </p:nvPr>
        </p:nvSpPr>
        <p:spPr/>
        <p:txBody>
          <a:bodyPr/>
          <a:lstStyle/>
          <a:p>
            <a:r>
              <a:rPr lang="en-US" dirty="0">
                <a:hlinkClick r:id="rId2"/>
              </a:rPr>
              <a:t>https://workapps.smartsheet.com/app</a:t>
            </a:r>
            <a:r>
              <a:rPr lang="en-US">
                <a:hlinkClick r:id="rId2"/>
              </a:rPr>
              <a:t>/QWwfq8hj6wmCc2V4MmMGhQCWGF</a:t>
            </a:r>
            <a:endParaRPr lang="en-US"/>
          </a:p>
          <a:p>
            <a:endParaRPr lang="en-US" dirty="0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824C7AF-56B4-C1C0-01CF-B721B24CE122}"/>
              </a:ext>
            </a:extLst>
          </p:cNvPr>
          <p:cNvSpPr>
            <a:spLocks noGrp="1"/>
          </p:cNvSpPr>
          <p:nvPr>
            <p:ph type="ftr" sz="quarter" idx="19"/>
          </p:nvPr>
        </p:nvSpPr>
        <p:spPr/>
        <p:txBody>
          <a:bodyPr/>
          <a:lstStyle/>
          <a:p>
            <a:r>
              <a:rPr lang="en-US"/>
              <a:t>CONFIDENTIAL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EC60AC2A-1959-FC3A-3304-BC928BF80A58}"/>
              </a:ext>
            </a:extLst>
          </p:cNvPr>
          <p:cNvSpPr>
            <a:spLocks noGrp="1"/>
          </p:cNvSpPr>
          <p:nvPr>
            <p:ph type="sldNum" sz="quarter" idx="20"/>
          </p:nvPr>
        </p:nvSpPr>
        <p:spPr/>
        <p:txBody>
          <a:bodyPr/>
          <a:lstStyle/>
          <a:p>
            <a:fld id="{4F90343F-D056-4E24-BE3D-A305BDC1A23E}" type="slidenum">
              <a:rPr lang="en-US" smtClean="0"/>
              <a:pPr/>
              <a:t>6</a:t>
            </a:fld>
            <a:endParaRPr lang="en-US"/>
          </a:p>
        </p:txBody>
      </p:sp>
      <p:sp>
        <p:nvSpPr>
          <p:cNvPr id="6" name="Title 5">
            <a:extLst>
              <a:ext uri="{FF2B5EF4-FFF2-40B4-BE49-F238E27FC236}">
                <a16:creationId xmlns:a16="http://schemas.microsoft.com/office/drawing/2014/main" id="{EE7A4A42-3FAB-5286-93AB-0C612E4B97F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Demo Time</a:t>
            </a:r>
          </a:p>
        </p:txBody>
      </p:sp>
    </p:spTree>
    <p:extLst>
      <p:ext uri="{BB962C8B-B14F-4D97-AF65-F5344CB8AC3E}">
        <p14:creationId xmlns:p14="http://schemas.microsoft.com/office/powerpoint/2010/main" val="1549175665"/>
      </p:ext>
    </p:extLst>
  </p:cSld>
  <p:clrMapOvr>
    <a:masterClrMapping/>
  </p:clrMapOvr>
  <p:transition>
    <p:fade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PROJECT_OPEN" val="0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4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5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6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7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8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19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0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ags/tag23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2023 Insulet Template">
  <a:themeElements>
    <a:clrScheme name="Insulet 2023">
      <a:dk1>
        <a:srgbClr val="000000"/>
      </a:dk1>
      <a:lt1>
        <a:srgbClr val="FFFFFF"/>
      </a:lt1>
      <a:dk2>
        <a:srgbClr val="323232"/>
      </a:dk2>
      <a:lt2>
        <a:srgbClr val="F2F2F2"/>
      </a:lt2>
      <a:accent1>
        <a:srgbClr val="7042BE"/>
      </a:accent1>
      <a:accent2>
        <a:srgbClr val="A84FFF"/>
      </a:accent2>
      <a:accent3>
        <a:srgbClr val="F8D545"/>
      </a:accent3>
      <a:accent4>
        <a:srgbClr val="EA6E6E"/>
      </a:accent4>
      <a:accent5>
        <a:srgbClr val="0596A0"/>
      </a:accent5>
      <a:accent6>
        <a:srgbClr val="EAE2F5"/>
      </a:accent6>
      <a:hlink>
        <a:srgbClr val="7042BE"/>
      </a:hlink>
      <a:folHlink>
        <a:srgbClr val="390F63"/>
      </a:folHlink>
    </a:clrScheme>
    <a:fontScheme name="Insulet 2023">
      <a:majorFont>
        <a:latin typeface="IBM Plex Sans"/>
        <a:ea typeface=""/>
        <a:cs typeface=""/>
      </a:majorFont>
      <a:minorFont>
        <a:latin typeface="IBM Plex Sans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chemeClr val="accent1"/>
        </a:solidFill>
        <a:ln>
          <a:noFill/>
        </a:ln>
      </a:spPr>
      <a:bodyPr lIns="91440" tIns="0" rIns="91440" bIns="0" rtlCol="0" anchor="ctr"/>
      <a:lstStyle>
        <a:defPPr algn="ctr">
          <a:lnSpc>
            <a:spcPct val="85000"/>
          </a:lnSpc>
          <a:defRPr sz="2400" dirty="0">
            <a:solidFill>
              <a:schemeClr val="bg1"/>
            </a:solidFill>
          </a:defRPr>
        </a:defPPr>
      </a:lstStyle>
      <a:style>
        <a:lnRef idx="2">
          <a:schemeClr val="accent2">
            <a:shade val="50000"/>
          </a:schemeClr>
        </a:lnRef>
        <a:fillRef idx="1">
          <a:schemeClr val="accent2"/>
        </a:fillRef>
        <a:effectRef idx="0">
          <a:schemeClr val="accent2"/>
        </a:effectRef>
        <a:fontRef idx="minor">
          <a:schemeClr val="lt1"/>
        </a:fontRef>
      </a:style>
    </a:spDef>
    <a:lnDef>
      <a:spPr>
        <a:ln w="25400">
          <a:solidFill>
            <a:schemeClr val="accent1"/>
          </a:solidFill>
        </a:ln>
        <a:effectLst/>
      </a:spPr>
      <a:bodyPr/>
      <a:lstStyle/>
      <a:style>
        <a:lnRef idx="2">
          <a:schemeClr val="accent2"/>
        </a:lnRef>
        <a:fillRef idx="0">
          <a:schemeClr val="accent2"/>
        </a:fillRef>
        <a:effectRef idx="1">
          <a:schemeClr val="accent2"/>
        </a:effectRef>
        <a:fontRef idx="minor">
          <a:schemeClr val="tx1"/>
        </a:fontRef>
      </a:style>
    </a:lnDef>
    <a:txDef>
      <a:spPr>
        <a:noFill/>
      </a:spPr>
      <a:bodyPr wrap="none" lIns="91440" tIns="0" rIns="91440" bIns="0" rtlCol="0" anchor="ctr">
        <a:spAutoFit/>
      </a:bodyPr>
      <a:lstStyle>
        <a:defPPr algn="ctr">
          <a:lnSpc>
            <a:spcPct val="85000"/>
          </a:lnSpc>
          <a:defRPr sz="2400" dirty="0"/>
        </a:defPPr>
      </a:lstStyle>
    </a:txDef>
  </a:objectDefaults>
  <a:extraClrSchemeLst/>
  <a:extLst>
    <a:ext uri="{05A4C25C-085E-4340-85A3-A5531E510DB2}">
      <thm15:themeFamily xmlns:thm15="http://schemas.microsoft.com/office/thememl/2012/main" name="Insulet_Template_2023_v6.pptx" id="{C5BA4933-B378-474F-872E-6D89004D5065}" vid="{08842770-00A1-4076-9618-A760A81A059E}"/>
    </a:ext>
  </a:extLst>
</a:theme>
</file>

<file path=ppt/theme/theme2.xml><?xml version="1.0" encoding="utf-8"?>
<a:theme xmlns:a="http://schemas.openxmlformats.org/drawingml/2006/main" name="Office Theme">
  <a:themeElements>
    <a:clrScheme name="Insulet 2023">
      <a:dk1>
        <a:srgbClr val="000000"/>
      </a:dk1>
      <a:lt1>
        <a:sysClr val="window" lastClr="FFFFFF"/>
      </a:lt1>
      <a:dk2>
        <a:srgbClr val="323232"/>
      </a:dk2>
      <a:lt2>
        <a:srgbClr val="F2F2F2"/>
      </a:lt2>
      <a:accent1>
        <a:srgbClr val="7042BE"/>
      </a:accent1>
      <a:accent2>
        <a:srgbClr val="390F63"/>
      </a:accent2>
      <a:accent3>
        <a:srgbClr val="A84FFF"/>
      </a:accent3>
      <a:accent4>
        <a:srgbClr val="F8D545"/>
      </a:accent4>
      <a:accent5>
        <a:srgbClr val="EAE2F5"/>
      </a:accent5>
      <a:accent6>
        <a:srgbClr val="0596A0"/>
      </a:accent6>
      <a:hlink>
        <a:srgbClr val="7042BE"/>
      </a:hlink>
      <a:folHlink>
        <a:srgbClr val="390F63"/>
      </a:folHlink>
    </a:clrScheme>
    <a:fontScheme name="IBM Plex Sans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Insulet 2023">
      <a:dk1>
        <a:srgbClr val="000000"/>
      </a:dk1>
      <a:lt1>
        <a:sysClr val="window" lastClr="FFFFFF"/>
      </a:lt1>
      <a:dk2>
        <a:srgbClr val="323232"/>
      </a:dk2>
      <a:lt2>
        <a:srgbClr val="F2F2F2"/>
      </a:lt2>
      <a:accent1>
        <a:srgbClr val="7042BE"/>
      </a:accent1>
      <a:accent2>
        <a:srgbClr val="390F63"/>
      </a:accent2>
      <a:accent3>
        <a:srgbClr val="A84FFF"/>
      </a:accent3>
      <a:accent4>
        <a:srgbClr val="F8D545"/>
      </a:accent4>
      <a:accent5>
        <a:srgbClr val="EAE2F5"/>
      </a:accent5>
      <a:accent6>
        <a:srgbClr val="0596A0"/>
      </a:accent6>
      <a:hlink>
        <a:srgbClr val="7042BE"/>
      </a:hlink>
      <a:folHlink>
        <a:srgbClr val="390F63"/>
      </a:folHlink>
    </a:clrScheme>
    <a:fontScheme name="IBM Plex Sans">
      <a:majorFont>
        <a:latin typeface="IBM Plex Sans SemiBold"/>
        <a:ea typeface=""/>
        <a:cs typeface=""/>
      </a:majorFont>
      <a:minorFont>
        <a:latin typeface="IBM Plex Sans"/>
        <a:ea typeface=""/>
        <a:cs typeface=""/>
      </a:minorFont>
    </a:fontScheme>
    <a:fmtScheme name="Subtle Solids">
      <a:fillStyleLst>
        <a:solidFill>
          <a:schemeClr val="phClr"/>
        </a:solidFill>
        <a:solidFill>
          <a:schemeClr val="phClr">
            <a:tint val="65000"/>
          </a:schemeClr>
        </a:solidFill>
        <a:solidFill>
          <a:schemeClr val="phClr">
            <a:shade val="80000"/>
            <a:satMod val="150000"/>
          </a:schemeClr>
        </a:solidFill>
      </a:fillStyleLst>
      <a:lnStyleLst>
        <a:ln w="9525" cap="flat" cmpd="sng" algn="ctr">
          <a:solidFill>
            <a:schemeClr val="phClr"/>
          </a:solidFill>
          <a:prstDash val="solid"/>
        </a:ln>
        <a:ln w="10795" cap="flat" cmpd="sng" algn="ctr">
          <a:solidFill>
            <a:schemeClr val="phClr"/>
          </a:solidFill>
          <a:prstDash val="solid"/>
        </a:ln>
        <a:ln w="17145" cap="flat" cmpd="sng" algn="ctr">
          <a:solidFill>
            <a:schemeClr val="phClr">
              <a:shade val="95000"/>
              <a:alpha val="50000"/>
              <a:satMod val="150000"/>
            </a:schemeClr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44450" dist="13970" dir="5400000" algn="ctr" rotWithShape="0">
              <a:srgbClr val="000000">
                <a:alpha val="45000"/>
              </a:srgbClr>
            </a:outerShdw>
          </a:effectLst>
          <a:scene3d>
            <a:camera prst="orthographicFront">
              <a:rot lat="0" lon="0" rev="0"/>
            </a:camera>
            <a:lightRig rig="twoPt" dir="tl"/>
          </a:scene3d>
          <a:sp3d prstMaterial="flat">
            <a:bevelT w="12700" h="25400" prst="coolSlant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a7308ca0-029e-4114-8bee-b6802dd1dc17">
      <Terms xmlns="http://schemas.microsoft.com/office/infopath/2007/PartnerControls"/>
    </lcf76f155ced4ddcb4097134ff3c332f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552EA84A85F534BBFEF7FF4942F48D4" ma:contentTypeVersion="9" ma:contentTypeDescription="Create a new document." ma:contentTypeScope="" ma:versionID="abb96e4c722e0b5d2517bc5787ab0142">
  <xsd:schema xmlns:xsd="http://www.w3.org/2001/XMLSchema" xmlns:xs="http://www.w3.org/2001/XMLSchema" xmlns:p="http://schemas.microsoft.com/office/2006/metadata/properties" xmlns:ns2="a7308ca0-029e-4114-8bee-b6802dd1dc17" targetNamespace="http://schemas.microsoft.com/office/2006/metadata/properties" ma:root="true" ma:fieldsID="e88ff93079023f669a4537bd63d77efa" ns2:_="">
    <xsd:import namespace="a7308ca0-029e-4114-8bee-b6802dd1dc17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a7308ca0-029e-4114-8bee-b6802dd1dc17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1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2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3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4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6" nillable="true" ma:taxonomy="true" ma:internalName="lcf76f155ced4ddcb4097134ff3c332f" ma:taxonomyFieldName="MediaServiceImageTags" ma:displayName="Image Tags" ma:readOnly="false" ma:fieldId="{5cf76f15-5ced-4ddc-b409-7134ff3c332f}" ma:taxonomyMulti="true" ma:sspId="2fe68db1-730d-44ca-ad20-aa01e3d93fcd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EF5C33B8-9010-4904-A6E1-163931B71C61}">
  <ds:schemaRefs>
    <ds:schemaRef ds:uri="913e4315-beac-4886-9087-ea1224497ab1"/>
    <ds:schemaRef ds:uri="ab4b0f0e-b8be-4d1d-b190-305b4b015de5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C2616FB5-78B7-46E2-B3E1-B372D7727394}"/>
</file>

<file path=customXml/itemProps3.xml><?xml version="1.0" encoding="utf-8"?>
<ds:datastoreItem xmlns:ds="http://schemas.openxmlformats.org/officeDocument/2006/customXml" ds:itemID="{7C9F4A12-A928-407A-B86C-58BADE071688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>
  <clbl:label id="{42a02713-284f-41e7-ba44-65bb7c8950cf}" enabled="0" method="" siteId="{42a02713-284f-41e7-ba44-65bb7c8950cf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>Insulet_PPT_Template_2023</Template>
  <TotalTime>65</TotalTime>
  <Words>303</Words>
  <Application>Microsoft Office PowerPoint</Application>
  <PresentationFormat>Widescreen</PresentationFormat>
  <Paragraphs>60</Paragraphs>
  <Slides>6</Slides>
  <Notes>0</Notes>
  <HiddenSlides>0</HiddenSlides>
  <MMClips>0</MMClips>
  <ScaleCrop>false</ScaleCrop>
  <HeadingPairs>
    <vt:vector size="8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13" baseType="lpstr">
      <vt:lpstr>Arial</vt:lpstr>
      <vt:lpstr>IBM Plex Sans</vt:lpstr>
      <vt:lpstr>IBM Plex Sans Light</vt:lpstr>
      <vt:lpstr>IBM Plex Sans Medium</vt:lpstr>
      <vt:lpstr>IBM Plex Sans SemiBold</vt:lpstr>
      <vt:lpstr>2023 Insulet Template</vt:lpstr>
      <vt:lpstr>think-cell Slide</vt:lpstr>
      <vt:lpstr>PE Work Hub</vt:lpstr>
      <vt:lpstr>Why We’re Piloting This</vt:lpstr>
      <vt:lpstr>What Belongs in the System</vt:lpstr>
      <vt:lpstr>How to Use It During the Pilot</vt:lpstr>
      <vt:lpstr>What We’re Testing</vt:lpstr>
      <vt:lpstr>Demo Time</vt:lpstr>
    </vt:vector>
  </TitlesOfParts>
  <Manager/>
  <Company/>
  <LinksUpToDate>false</LinksUpToDate>
  <SharedDoc>false</SharedDoc>
  <HyperlinkBase>https://www.insulet.com/</HyperlinkBase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Pam Rivet</dc:creator>
  <dc:description>PowerPoint Template Design By:
TLC Creative Services, Inc.
www.tlccreative.com</dc:description>
  <cp:lastModifiedBy>David Ward</cp:lastModifiedBy>
  <cp:revision>1</cp:revision>
  <dcterms:created xsi:type="dcterms:W3CDTF">2023-01-10T14:49:33Z</dcterms:created>
  <dcterms:modified xsi:type="dcterms:W3CDTF">2026-07-21T16:11:22Z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XPowerLiteLastOptimized">
    <vt:lpwstr>1545209</vt:lpwstr>
  </property>
  <property fmtid="{D5CDD505-2E9C-101B-9397-08002B2CF9AE}" pid="3" name="NXPowerLiteSettings">
    <vt:lpwstr>C700052003A000</vt:lpwstr>
  </property>
  <property fmtid="{D5CDD505-2E9C-101B-9397-08002B2CF9AE}" pid="4" name="NXPowerLiteVersion">
    <vt:lpwstr>D8.0.11</vt:lpwstr>
  </property>
  <property fmtid="{D5CDD505-2E9C-101B-9397-08002B2CF9AE}" pid="5" name="ContentTypeId">
    <vt:lpwstr>0x0101009552EA84A85F534BBFEF7FF4942F48D4</vt:lpwstr>
  </property>
  <property fmtid="{D5CDD505-2E9C-101B-9397-08002B2CF9AE}" pid="6" name="MediaServiceImageTags">
    <vt:lpwstr/>
  </property>
</Properties>
</file>